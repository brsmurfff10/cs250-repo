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93413E-D131-4B38-8159-C2B00D2D2FF2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B34360D-9503-42A2-BF0F-39BBF64C4CA1}">
      <dgm:prSet/>
      <dgm:spPr/>
      <dgm:t>
        <a:bodyPr/>
        <a:lstStyle/>
        <a:p>
          <a:r>
            <a:rPr lang="en-US" b="1"/>
            <a:t>Product Owner</a:t>
          </a:r>
          <a:endParaRPr lang="en-US"/>
        </a:p>
      </dgm:t>
    </dgm:pt>
    <dgm:pt modelId="{2DFF0E21-6BC8-474F-BB3F-EB3BD0B1CDE1}" type="parTrans" cxnId="{5A74707F-EFB9-4296-B370-23EED1A4087C}">
      <dgm:prSet/>
      <dgm:spPr/>
      <dgm:t>
        <a:bodyPr/>
        <a:lstStyle/>
        <a:p>
          <a:endParaRPr lang="en-US"/>
        </a:p>
      </dgm:t>
    </dgm:pt>
    <dgm:pt modelId="{C7CB51DB-BA08-484C-8B64-B7BC64F64444}" type="sibTrans" cxnId="{5A74707F-EFB9-4296-B370-23EED1A4087C}">
      <dgm:prSet/>
      <dgm:spPr/>
      <dgm:t>
        <a:bodyPr/>
        <a:lstStyle/>
        <a:p>
          <a:endParaRPr lang="en-US"/>
        </a:p>
      </dgm:t>
    </dgm:pt>
    <dgm:pt modelId="{E380F2F3-5FF8-42C1-AC9F-9B04984CBAE1}">
      <dgm:prSet/>
      <dgm:spPr/>
      <dgm:t>
        <a:bodyPr/>
        <a:lstStyle/>
        <a:p>
          <a:r>
            <a:rPr lang="en-US"/>
            <a:t>Defines product vision</a:t>
          </a:r>
        </a:p>
      </dgm:t>
    </dgm:pt>
    <dgm:pt modelId="{97E4A535-624F-4D00-A2A2-7CE108927B31}" type="parTrans" cxnId="{6D24CF0A-D164-4330-AAB9-9EC1A57897FE}">
      <dgm:prSet/>
      <dgm:spPr/>
      <dgm:t>
        <a:bodyPr/>
        <a:lstStyle/>
        <a:p>
          <a:endParaRPr lang="en-US"/>
        </a:p>
      </dgm:t>
    </dgm:pt>
    <dgm:pt modelId="{F20DED71-BCE6-4967-9A19-9CBF4BC6910D}" type="sibTrans" cxnId="{6D24CF0A-D164-4330-AAB9-9EC1A57897FE}">
      <dgm:prSet/>
      <dgm:spPr/>
      <dgm:t>
        <a:bodyPr/>
        <a:lstStyle/>
        <a:p>
          <a:endParaRPr lang="en-US"/>
        </a:p>
      </dgm:t>
    </dgm:pt>
    <dgm:pt modelId="{3D968EF3-0F80-4D84-9152-9B99DB9BB9B3}">
      <dgm:prSet/>
      <dgm:spPr/>
      <dgm:t>
        <a:bodyPr/>
        <a:lstStyle/>
        <a:p>
          <a:r>
            <a:rPr lang="en-US"/>
            <a:t>Prioritizes backlog</a:t>
          </a:r>
        </a:p>
      </dgm:t>
    </dgm:pt>
    <dgm:pt modelId="{84B39B19-22DB-4755-B312-1531F56BA81B}" type="parTrans" cxnId="{3B49A35F-3C3D-436C-B4A6-4CCFF1CC6963}">
      <dgm:prSet/>
      <dgm:spPr/>
      <dgm:t>
        <a:bodyPr/>
        <a:lstStyle/>
        <a:p>
          <a:endParaRPr lang="en-US"/>
        </a:p>
      </dgm:t>
    </dgm:pt>
    <dgm:pt modelId="{18C1692C-DF66-4661-984A-E94B1C1C3A8D}" type="sibTrans" cxnId="{3B49A35F-3C3D-436C-B4A6-4CCFF1CC6963}">
      <dgm:prSet/>
      <dgm:spPr/>
      <dgm:t>
        <a:bodyPr/>
        <a:lstStyle/>
        <a:p>
          <a:endParaRPr lang="en-US"/>
        </a:p>
      </dgm:t>
    </dgm:pt>
    <dgm:pt modelId="{C0A6DDFD-2825-4EBD-9AF4-C69E93F98C7A}">
      <dgm:prSet/>
      <dgm:spPr/>
      <dgm:t>
        <a:bodyPr/>
        <a:lstStyle/>
        <a:p>
          <a:r>
            <a:rPr lang="en-US" b="1"/>
            <a:t>Scrum Master</a:t>
          </a:r>
          <a:endParaRPr lang="en-US"/>
        </a:p>
      </dgm:t>
    </dgm:pt>
    <dgm:pt modelId="{BF72E818-83BC-4CDC-9B17-26F89B5A4B34}" type="parTrans" cxnId="{E25DA712-64DA-4806-BF84-E6318054F471}">
      <dgm:prSet/>
      <dgm:spPr/>
      <dgm:t>
        <a:bodyPr/>
        <a:lstStyle/>
        <a:p>
          <a:endParaRPr lang="en-US"/>
        </a:p>
      </dgm:t>
    </dgm:pt>
    <dgm:pt modelId="{432F000F-6AA7-42CB-8C56-FB83989900A9}" type="sibTrans" cxnId="{E25DA712-64DA-4806-BF84-E6318054F471}">
      <dgm:prSet/>
      <dgm:spPr/>
      <dgm:t>
        <a:bodyPr/>
        <a:lstStyle/>
        <a:p>
          <a:endParaRPr lang="en-US"/>
        </a:p>
      </dgm:t>
    </dgm:pt>
    <dgm:pt modelId="{96F3C1ED-9255-489B-B0F1-4887AD7114EA}">
      <dgm:prSet/>
      <dgm:spPr/>
      <dgm:t>
        <a:bodyPr/>
        <a:lstStyle/>
        <a:p>
          <a:r>
            <a:rPr lang="en-US"/>
            <a:t>Facilitates Scrum process</a:t>
          </a:r>
        </a:p>
      </dgm:t>
    </dgm:pt>
    <dgm:pt modelId="{AB00BCF4-9F80-4CB9-9DAF-D780937C430C}" type="parTrans" cxnId="{4341B9FA-4469-4A34-B4A2-010FFC2FD2E0}">
      <dgm:prSet/>
      <dgm:spPr/>
      <dgm:t>
        <a:bodyPr/>
        <a:lstStyle/>
        <a:p>
          <a:endParaRPr lang="en-US"/>
        </a:p>
      </dgm:t>
    </dgm:pt>
    <dgm:pt modelId="{E821556E-F4EC-4057-B15C-2C1B72E61C05}" type="sibTrans" cxnId="{4341B9FA-4469-4A34-B4A2-010FFC2FD2E0}">
      <dgm:prSet/>
      <dgm:spPr/>
      <dgm:t>
        <a:bodyPr/>
        <a:lstStyle/>
        <a:p>
          <a:endParaRPr lang="en-US"/>
        </a:p>
      </dgm:t>
    </dgm:pt>
    <dgm:pt modelId="{A5EC2F5C-DB11-4FDC-8C8C-9D1DF801F28B}">
      <dgm:prSet/>
      <dgm:spPr/>
      <dgm:t>
        <a:bodyPr/>
        <a:lstStyle/>
        <a:p>
          <a:r>
            <a:rPr lang="en-US"/>
            <a:t>Removes obstacles</a:t>
          </a:r>
        </a:p>
      </dgm:t>
    </dgm:pt>
    <dgm:pt modelId="{8153B250-DF8D-45EE-8B21-635DC2CCB452}" type="parTrans" cxnId="{40A0572C-DBC0-4652-B6CD-997B757C5CC8}">
      <dgm:prSet/>
      <dgm:spPr/>
      <dgm:t>
        <a:bodyPr/>
        <a:lstStyle/>
        <a:p>
          <a:endParaRPr lang="en-US"/>
        </a:p>
      </dgm:t>
    </dgm:pt>
    <dgm:pt modelId="{D1A05C88-EE62-4A98-98E0-EDE966F67C9E}" type="sibTrans" cxnId="{40A0572C-DBC0-4652-B6CD-997B757C5CC8}">
      <dgm:prSet/>
      <dgm:spPr/>
      <dgm:t>
        <a:bodyPr/>
        <a:lstStyle/>
        <a:p>
          <a:endParaRPr lang="en-US"/>
        </a:p>
      </dgm:t>
    </dgm:pt>
    <dgm:pt modelId="{BE41F8EE-4971-4A01-9883-5D0C248C928A}">
      <dgm:prSet/>
      <dgm:spPr/>
      <dgm:t>
        <a:bodyPr/>
        <a:lstStyle/>
        <a:p>
          <a:r>
            <a:rPr lang="en-US" b="1"/>
            <a:t>Development Team</a:t>
          </a:r>
          <a:endParaRPr lang="en-US"/>
        </a:p>
      </dgm:t>
    </dgm:pt>
    <dgm:pt modelId="{0C78C421-0CAF-4084-8F4A-1219A1072EF5}" type="parTrans" cxnId="{8E160E5A-7640-44B5-B46D-EE05A76E940E}">
      <dgm:prSet/>
      <dgm:spPr/>
      <dgm:t>
        <a:bodyPr/>
        <a:lstStyle/>
        <a:p>
          <a:endParaRPr lang="en-US"/>
        </a:p>
      </dgm:t>
    </dgm:pt>
    <dgm:pt modelId="{A51EAB20-AD87-4B12-8E11-A8AAF4D8A380}" type="sibTrans" cxnId="{8E160E5A-7640-44B5-B46D-EE05A76E940E}">
      <dgm:prSet/>
      <dgm:spPr/>
      <dgm:t>
        <a:bodyPr/>
        <a:lstStyle/>
        <a:p>
          <a:endParaRPr lang="en-US"/>
        </a:p>
      </dgm:t>
    </dgm:pt>
    <dgm:pt modelId="{8E94A41F-4EF6-4D16-B8CE-C0949D1038D3}">
      <dgm:prSet/>
      <dgm:spPr/>
      <dgm:t>
        <a:bodyPr/>
        <a:lstStyle/>
        <a:p>
          <a:r>
            <a:rPr lang="en-US"/>
            <a:t>Designs, builds, and tests product</a:t>
          </a:r>
        </a:p>
      </dgm:t>
    </dgm:pt>
    <dgm:pt modelId="{B67F9BE8-98DE-4BB9-AFAE-7E1089EA3831}" type="parTrans" cxnId="{8B3818E4-2F83-4DFE-9CED-2B64D83AB924}">
      <dgm:prSet/>
      <dgm:spPr/>
      <dgm:t>
        <a:bodyPr/>
        <a:lstStyle/>
        <a:p>
          <a:endParaRPr lang="en-US"/>
        </a:p>
      </dgm:t>
    </dgm:pt>
    <dgm:pt modelId="{A5AD39DD-09F0-4F86-8FEB-7361E1637E24}" type="sibTrans" cxnId="{8B3818E4-2F83-4DFE-9CED-2B64D83AB924}">
      <dgm:prSet/>
      <dgm:spPr/>
      <dgm:t>
        <a:bodyPr/>
        <a:lstStyle/>
        <a:p>
          <a:endParaRPr lang="en-US"/>
        </a:p>
      </dgm:t>
    </dgm:pt>
    <dgm:pt modelId="{0E69BBC4-1186-4F16-B072-53E020DCFA66}">
      <dgm:prSet/>
      <dgm:spPr/>
      <dgm:t>
        <a:bodyPr/>
        <a:lstStyle/>
        <a:p>
          <a:r>
            <a:rPr lang="en-US"/>
            <a:t>Collaborates to meet sprint goals</a:t>
          </a:r>
        </a:p>
      </dgm:t>
    </dgm:pt>
    <dgm:pt modelId="{974B7A54-25A9-4C06-9AF8-A2E8A90CACE1}" type="parTrans" cxnId="{DF3C67F9-C43F-44FC-A3C0-031A1F4257E4}">
      <dgm:prSet/>
      <dgm:spPr/>
      <dgm:t>
        <a:bodyPr/>
        <a:lstStyle/>
        <a:p>
          <a:endParaRPr lang="en-US"/>
        </a:p>
      </dgm:t>
    </dgm:pt>
    <dgm:pt modelId="{4B693DB9-1E51-4952-BD44-9BF3DABD1B82}" type="sibTrans" cxnId="{DF3C67F9-C43F-44FC-A3C0-031A1F4257E4}">
      <dgm:prSet/>
      <dgm:spPr/>
      <dgm:t>
        <a:bodyPr/>
        <a:lstStyle/>
        <a:p>
          <a:endParaRPr lang="en-US"/>
        </a:p>
      </dgm:t>
    </dgm:pt>
    <dgm:pt modelId="{A0F2D859-F950-43C0-98FB-EBED0BCB715E}" type="pres">
      <dgm:prSet presAssocID="{1293413E-D131-4B38-8159-C2B00D2D2FF2}" presName="vert0" presStyleCnt="0">
        <dgm:presLayoutVars>
          <dgm:dir/>
          <dgm:animOne val="branch"/>
          <dgm:animLvl val="lvl"/>
        </dgm:presLayoutVars>
      </dgm:prSet>
      <dgm:spPr/>
    </dgm:pt>
    <dgm:pt modelId="{68B1B7D1-AB90-44E7-B182-E4302C36059A}" type="pres">
      <dgm:prSet presAssocID="{8B34360D-9503-42A2-BF0F-39BBF64C4CA1}" presName="thickLine" presStyleLbl="alignNode1" presStyleIdx="0" presStyleCnt="3"/>
      <dgm:spPr/>
    </dgm:pt>
    <dgm:pt modelId="{8E799341-E560-45FB-BBCD-D8CD0227D3D0}" type="pres">
      <dgm:prSet presAssocID="{8B34360D-9503-42A2-BF0F-39BBF64C4CA1}" presName="horz1" presStyleCnt="0"/>
      <dgm:spPr/>
    </dgm:pt>
    <dgm:pt modelId="{178DE638-731F-40D3-9541-0BCD5AAD5613}" type="pres">
      <dgm:prSet presAssocID="{8B34360D-9503-42A2-BF0F-39BBF64C4CA1}" presName="tx1" presStyleLbl="revTx" presStyleIdx="0" presStyleCnt="9"/>
      <dgm:spPr/>
    </dgm:pt>
    <dgm:pt modelId="{B87D095D-D3BB-441E-AB3B-78A08EA9F9B2}" type="pres">
      <dgm:prSet presAssocID="{8B34360D-9503-42A2-BF0F-39BBF64C4CA1}" presName="vert1" presStyleCnt="0"/>
      <dgm:spPr/>
    </dgm:pt>
    <dgm:pt modelId="{1F6A2563-E597-4B9E-857B-ADD3301B5501}" type="pres">
      <dgm:prSet presAssocID="{E380F2F3-5FF8-42C1-AC9F-9B04984CBAE1}" presName="vertSpace2a" presStyleCnt="0"/>
      <dgm:spPr/>
    </dgm:pt>
    <dgm:pt modelId="{85DAD34C-42A9-47B7-86F0-E5A29D751656}" type="pres">
      <dgm:prSet presAssocID="{E380F2F3-5FF8-42C1-AC9F-9B04984CBAE1}" presName="horz2" presStyleCnt="0"/>
      <dgm:spPr/>
    </dgm:pt>
    <dgm:pt modelId="{83774C97-A8D0-4923-B2A1-381B218C28D7}" type="pres">
      <dgm:prSet presAssocID="{E380F2F3-5FF8-42C1-AC9F-9B04984CBAE1}" presName="horzSpace2" presStyleCnt="0"/>
      <dgm:spPr/>
    </dgm:pt>
    <dgm:pt modelId="{00EF36CD-1A85-4879-97D1-9578B04EB9D1}" type="pres">
      <dgm:prSet presAssocID="{E380F2F3-5FF8-42C1-AC9F-9B04984CBAE1}" presName="tx2" presStyleLbl="revTx" presStyleIdx="1" presStyleCnt="9"/>
      <dgm:spPr/>
    </dgm:pt>
    <dgm:pt modelId="{093D1C2F-6D01-43C1-8E63-5B7BD60CBE66}" type="pres">
      <dgm:prSet presAssocID="{E380F2F3-5FF8-42C1-AC9F-9B04984CBAE1}" presName="vert2" presStyleCnt="0"/>
      <dgm:spPr/>
    </dgm:pt>
    <dgm:pt modelId="{D6219E4D-3EA7-457B-B541-0F79677767FF}" type="pres">
      <dgm:prSet presAssocID="{E380F2F3-5FF8-42C1-AC9F-9B04984CBAE1}" presName="thinLine2b" presStyleLbl="callout" presStyleIdx="0" presStyleCnt="6"/>
      <dgm:spPr/>
    </dgm:pt>
    <dgm:pt modelId="{F35BE0E5-0AF3-4A20-BF73-AFD1D88C3C84}" type="pres">
      <dgm:prSet presAssocID="{E380F2F3-5FF8-42C1-AC9F-9B04984CBAE1}" presName="vertSpace2b" presStyleCnt="0"/>
      <dgm:spPr/>
    </dgm:pt>
    <dgm:pt modelId="{F56F9DF7-DD66-4780-9BEF-39D397988329}" type="pres">
      <dgm:prSet presAssocID="{3D968EF3-0F80-4D84-9152-9B99DB9BB9B3}" presName="horz2" presStyleCnt="0"/>
      <dgm:spPr/>
    </dgm:pt>
    <dgm:pt modelId="{EC0F11FC-1401-45A2-BA14-A2C97B914D33}" type="pres">
      <dgm:prSet presAssocID="{3D968EF3-0F80-4D84-9152-9B99DB9BB9B3}" presName="horzSpace2" presStyleCnt="0"/>
      <dgm:spPr/>
    </dgm:pt>
    <dgm:pt modelId="{601BD789-B071-48F2-B545-BA85F347C0D8}" type="pres">
      <dgm:prSet presAssocID="{3D968EF3-0F80-4D84-9152-9B99DB9BB9B3}" presName="tx2" presStyleLbl="revTx" presStyleIdx="2" presStyleCnt="9"/>
      <dgm:spPr/>
    </dgm:pt>
    <dgm:pt modelId="{7CB927B6-9742-49C5-AF9E-75E90F87DD5F}" type="pres">
      <dgm:prSet presAssocID="{3D968EF3-0F80-4D84-9152-9B99DB9BB9B3}" presName="vert2" presStyleCnt="0"/>
      <dgm:spPr/>
    </dgm:pt>
    <dgm:pt modelId="{5FC3725E-08F3-4A62-A27D-9AC2D960FC53}" type="pres">
      <dgm:prSet presAssocID="{3D968EF3-0F80-4D84-9152-9B99DB9BB9B3}" presName="thinLine2b" presStyleLbl="callout" presStyleIdx="1" presStyleCnt="6"/>
      <dgm:spPr/>
    </dgm:pt>
    <dgm:pt modelId="{EE135C77-BC53-4D0F-B814-EB8A52D063DB}" type="pres">
      <dgm:prSet presAssocID="{3D968EF3-0F80-4D84-9152-9B99DB9BB9B3}" presName="vertSpace2b" presStyleCnt="0"/>
      <dgm:spPr/>
    </dgm:pt>
    <dgm:pt modelId="{19107467-F312-4130-888D-0FA8EAAF9532}" type="pres">
      <dgm:prSet presAssocID="{C0A6DDFD-2825-4EBD-9AF4-C69E93F98C7A}" presName="thickLine" presStyleLbl="alignNode1" presStyleIdx="1" presStyleCnt="3"/>
      <dgm:spPr/>
    </dgm:pt>
    <dgm:pt modelId="{4DA96650-9C7D-4993-A320-DD337DA3A415}" type="pres">
      <dgm:prSet presAssocID="{C0A6DDFD-2825-4EBD-9AF4-C69E93F98C7A}" presName="horz1" presStyleCnt="0"/>
      <dgm:spPr/>
    </dgm:pt>
    <dgm:pt modelId="{CF380C26-9240-4BB2-9299-A6572A10F0FD}" type="pres">
      <dgm:prSet presAssocID="{C0A6DDFD-2825-4EBD-9AF4-C69E93F98C7A}" presName="tx1" presStyleLbl="revTx" presStyleIdx="3" presStyleCnt="9"/>
      <dgm:spPr/>
    </dgm:pt>
    <dgm:pt modelId="{EBD2BA5D-A921-4A22-852B-51E90DA0A09A}" type="pres">
      <dgm:prSet presAssocID="{C0A6DDFD-2825-4EBD-9AF4-C69E93F98C7A}" presName="vert1" presStyleCnt="0"/>
      <dgm:spPr/>
    </dgm:pt>
    <dgm:pt modelId="{0FBCF12A-F4A2-4602-B698-32E01086B607}" type="pres">
      <dgm:prSet presAssocID="{96F3C1ED-9255-489B-B0F1-4887AD7114EA}" presName="vertSpace2a" presStyleCnt="0"/>
      <dgm:spPr/>
    </dgm:pt>
    <dgm:pt modelId="{28173FEE-1577-4407-B552-53A49198F95D}" type="pres">
      <dgm:prSet presAssocID="{96F3C1ED-9255-489B-B0F1-4887AD7114EA}" presName="horz2" presStyleCnt="0"/>
      <dgm:spPr/>
    </dgm:pt>
    <dgm:pt modelId="{96320251-5512-4B28-A680-396F36F468AF}" type="pres">
      <dgm:prSet presAssocID="{96F3C1ED-9255-489B-B0F1-4887AD7114EA}" presName="horzSpace2" presStyleCnt="0"/>
      <dgm:spPr/>
    </dgm:pt>
    <dgm:pt modelId="{35CAC7F4-2B22-4ACD-96C3-00DF7779C3CD}" type="pres">
      <dgm:prSet presAssocID="{96F3C1ED-9255-489B-B0F1-4887AD7114EA}" presName="tx2" presStyleLbl="revTx" presStyleIdx="4" presStyleCnt="9"/>
      <dgm:spPr/>
    </dgm:pt>
    <dgm:pt modelId="{2BAF6A69-E218-489D-A1F2-FB47E816A352}" type="pres">
      <dgm:prSet presAssocID="{96F3C1ED-9255-489B-B0F1-4887AD7114EA}" presName="vert2" presStyleCnt="0"/>
      <dgm:spPr/>
    </dgm:pt>
    <dgm:pt modelId="{2117E126-761A-4CCC-8589-CCB447F29F27}" type="pres">
      <dgm:prSet presAssocID="{96F3C1ED-9255-489B-B0F1-4887AD7114EA}" presName="thinLine2b" presStyleLbl="callout" presStyleIdx="2" presStyleCnt="6"/>
      <dgm:spPr/>
    </dgm:pt>
    <dgm:pt modelId="{95C69E1C-4509-42C7-95AE-A8BB23B11A0C}" type="pres">
      <dgm:prSet presAssocID="{96F3C1ED-9255-489B-B0F1-4887AD7114EA}" presName="vertSpace2b" presStyleCnt="0"/>
      <dgm:spPr/>
    </dgm:pt>
    <dgm:pt modelId="{180D32B5-33ED-4978-88DA-5F126E9F109A}" type="pres">
      <dgm:prSet presAssocID="{A5EC2F5C-DB11-4FDC-8C8C-9D1DF801F28B}" presName="horz2" presStyleCnt="0"/>
      <dgm:spPr/>
    </dgm:pt>
    <dgm:pt modelId="{21A91617-A27C-4570-8B36-E7C1EF36E3E7}" type="pres">
      <dgm:prSet presAssocID="{A5EC2F5C-DB11-4FDC-8C8C-9D1DF801F28B}" presName="horzSpace2" presStyleCnt="0"/>
      <dgm:spPr/>
    </dgm:pt>
    <dgm:pt modelId="{0BB2B655-2828-402B-A2CC-B1ED979BA3C6}" type="pres">
      <dgm:prSet presAssocID="{A5EC2F5C-DB11-4FDC-8C8C-9D1DF801F28B}" presName="tx2" presStyleLbl="revTx" presStyleIdx="5" presStyleCnt="9"/>
      <dgm:spPr/>
    </dgm:pt>
    <dgm:pt modelId="{086399F4-9873-4135-A3C9-11538B537F6B}" type="pres">
      <dgm:prSet presAssocID="{A5EC2F5C-DB11-4FDC-8C8C-9D1DF801F28B}" presName="vert2" presStyleCnt="0"/>
      <dgm:spPr/>
    </dgm:pt>
    <dgm:pt modelId="{6CD2A248-1DDD-43D8-B61F-C2EF543352DC}" type="pres">
      <dgm:prSet presAssocID="{A5EC2F5C-DB11-4FDC-8C8C-9D1DF801F28B}" presName="thinLine2b" presStyleLbl="callout" presStyleIdx="3" presStyleCnt="6"/>
      <dgm:spPr/>
    </dgm:pt>
    <dgm:pt modelId="{F5E9D466-A39A-4356-8B35-4ECABD924471}" type="pres">
      <dgm:prSet presAssocID="{A5EC2F5C-DB11-4FDC-8C8C-9D1DF801F28B}" presName="vertSpace2b" presStyleCnt="0"/>
      <dgm:spPr/>
    </dgm:pt>
    <dgm:pt modelId="{EA787B1F-2FBE-4828-9CDD-5E228226DDF3}" type="pres">
      <dgm:prSet presAssocID="{BE41F8EE-4971-4A01-9883-5D0C248C928A}" presName="thickLine" presStyleLbl="alignNode1" presStyleIdx="2" presStyleCnt="3"/>
      <dgm:spPr/>
    </dgm:pt>
    <dgm:pt modelId="{E18E3DDC-8618-44D0-864C-B9A861BD4371}" type="pres">
      <dgm:prSet presAssocID="{BE41F8EE-4971-4A01-9883-5D0C248C928A}" presName="horz1" presStyleCnt="0"/>
      <dgm:spPr/>
    </dgm:pt>
    <dgm:pt modelId="{ECACF0B3-D5CA-4773-A2B7-E0D5E7B494FC}" type="pres">
      <dgm:prSet presAssocID="{BE41F8EE-4971-4A01-9883-5D0C248C928A}" presName="tx1" presStyleLbl="revTx" presStyleIdx="6" presStyleCnt="9"/>
      <dgm:spPr/>
    </dgm:pt>
    <dgm:pt modelId="{E2B02887-D2D6-480B-8CD2-975F4BCF7D43}" type="pres">
      <dgm:prSet presAssocID="{BE41F8EE-4971-4A01-9883-5D0C248C928A}" presName="vert1" presStyleCnt="0"/>
      <dgm:spPr/>
    </dgm:pt>
    <dgm:pt modelId="{E87E7DDB-7D49-42CF-B4B3-589F07C8CF2D}" type="pres">
      <dgm:prSet presAssocID="{8E94A41F-4EF6-4D16-B8CE-C0949D1038D3}" presName="vertSpace2a" presStyleCnt="0"/>
      <dgm:spPr/>
    </dgm:pt>
    <dgm:pt modelId="{337319EB-A87F-4786-858D-B5D8F1F64814}" type="pres">
      <dgm:prSet presAssocID="{8E94A41F-4EF6-4D16-B8CE-C0949D1038D3}" presName="horz2" presStyleCnt="0"/>
      <dgm:spPr/>
    </dgm:pt>
    <dgm:pt modelId="{8CFB8F9B-4162-464E-8B7E-189B35735F3D}" type="pres">
      <dgm:prSet presAssocID="{8E94A41F-4EF6-4D16-B8CE-C0949D1038D3}" presName="horzSpace2" presStyleCnt="0"/>
      <dgm:spPr/>
    </dgm:pt>
    <dgm:pt modelId="{438271B8-5021-475C-9BD8-79CC140F4663}" type="pres">
      <dgm:prSet presAssocID="{8E94A41F-4EF6-4D16-B8CE-C0949D1038D3}" presName="tx2" presStyleLbl="revTx" presStyleIdx="7" presStyleCnt="9"/>
      <dgm:spPr/>
    </dgm:pt>
    <dgm:pt modelId="{A8D129D7-1902-45C1-9F8B-6083F9E56C7C}" type="pres">
      <dgm:prSet presAssocID="{8E94A41F-4EF6-4D16-B8CE-C0949D1038D3}" presName="vert2" presStyleCnt="0"/>
      <dgm:spPr/>
    </dgm:pt>
    <dgm:pt modelId="{17907FA9-E3B9-4DDF-B111-FD2A65881C32}" type="pres">
      <dgm:prSet presAssocID="{8E94A41F-4EF6-4D16-B8CE-C0949D1038D3}" presName="thinLine2b" presStyleLbl="callout" presStyleIdx="4" presStyleCnt="6"/>
      <dgm:spPr/>
    </dgm:pt>
    <dgm:pt modelId="{BCBA7297-B689-4CE3-AC18-5FBD93F213D9}" type="pres">
      <dgm:prSet presAssocID="{8E94A41F-4EF6-4D16-B8CE-C0949D1038D3}" presName="vertSpace2b" presStyleCnt="0"/>
      <dgm:spPr/>
    </dgm:pt>
    <dgm:pt modelId="{563383AB-9477-4102-BE91-0B7B7DF62DDF}" type="pres">
      <dgm:prSet presAssocID="{0E69BBC4-1186-4F16-B072-53E020DCFA66}" presName="horz2" presStyleCnt="0"/>
      <dgm:spPr/>
    </dgm:pt>
    <dgm:pt modelId="{3F64B357-AE49-442A-8681-D42204C11E44}" type="pres">
      <dgm:prSet presAssocID="{0E69BBC4-1186-4F16-B072-53E020DCFA66}" presName="horzSpace2" presStyleCnt="0"/>
      <dgm:spPr/>
    </dgm:pt>
    <dgm:pt modelId="{23854F84-3981-4BD5-864A-CB6CA853922F}" type="pres">
      <dgm:prSet presAssocID="{0E69BBC4-1186-4F16-B072-53E020DCFA66}" presName="tx2" presStyleLbl="revTx" presStyleIdx="8" presStyleCnt="9"/>
      <dgm:spPr/>
    </dgm:pt>
    <dgm:pt modelId="{C3A308E6-1BC2-4A1B-BBC3-1887EDE59A9E}" type="pres">
      <dgm:prSet presAssocID="{0E69BBC4-1186-4F16-B072-53E020DCFA66}" presName="vert2" presStyleCnt="0"/>
      <dgm:spPr/>
    </dgm:pt>
    <dgm:pt modelId="{153D5C84-D006-4746-A698-8250BA44E6D4}" type="pres">
      <dgm:prSet presAssocID="{0E69BBC4-1186-4F16-B072-53E020DCFA66}" presName="thinLine2b" presStyleLbl="callout" presStyleIdx="5" presStyleCnt="6"/>
      <dgm:spPr/>
    </dgm:pt>
    <dgm:pt modelId="{C549704E-9A9D-46E2-8429-AC435F768548}" type="pres">
      <dgm:prSet presAssocID="{0E69BBC4-1186-4F16-B072-53E020DCFA66}" presName="vertSpace2b" presStyleCnt="0"/>
      <dgm:spPr/>
    </dgm:pt>
  </dgm:ptLst>
  <dgm:cxnLst>
    <dgm:cxn modelId="{6D24CF0A-D164-4330-AAB9-9EC1A57897FE}" srcId="{8B34360D-9503-42A2-BF0F-39BBF64C4CA1}" destId="{E380F2F3-5FF8-42C1-AC9F-9B04984CBAE1}" srcOrd="0" destOrd="0" parTransId="{97E4A535-624F-4D00-A2A2-7CE108927B31}" sibTransId="{F20DED71-BCE6-4967-9A19-9CBF4BC6910D}"/>
    <dgm:cxn modelId="{E25DA712-64DA-4806-BF84-E6318054F471}" srcId="{1293413E-D131-4B38-8159-C2B00D2D2FF2}" destId="{C0A6DDFD-2825-4EBD-9AF4-C69E93F98C7A}" srcOrd="1" destOrd="0" parTransId="{BF72E818-83BC-4CDC-9B17-26F89B5A4B34}" sibTransId="{432F000F-6AA7-42CB-8C56-FB83989900A9}"/>
    <dgm:cxn modelId="{40A0572C-DBC0-4652-B6CD-997B757C5CC8}" srcId="{C0A6DDFD-2825-4EBD-9AF4-C69E93F98C7A}" destId="{A5EC2F5C-DB11-4FDC-8C8C-9D1DF801F28B}" srcOrd="1" destOrd="0" parTransId="{8153B250-DF8D-45EE-8B21-635DC2CCB452}" sibTransId="{D1A05C88-EE62-4A98-98E0-EDE966F67C9E}"/>
    <dgm:cxn modelId="{2075BA5B-5ACC-4F49-92E7-7B724E0FF087}" type="presOf" srcId="{1293413E-D131-4B38-8159-C2B00D2D2FF2}" destId="{A0F2D859-F950-43C0-98FB-EBED0BCB715E}" srcOrd="0" destOrd="0" presId="urn:microsoft.com/office/officeart/2008/layout/LinedList"/>
    <dgm:cxn modelId="{3B49A35F-3C3D-436C-B4A6-4CCFF1CC6963}" srcId="{8B34360D-9503-42A2-BF0F-39BBF64C4CA1}" destId="{3D968EF3-0F80-4D84-9152-9B99DB9BB9B3}" srcOrd="1" destOrd="0" parTransId="{84B39B19-22DB-4755-B312-1531F56BA81B}" sibTransId="{18C1692C-DF66-4661-984A-E94B1C1C3A8D}"/>
    <dgm:cxn modelId="{FD9D2751-7C8B-4F44-8F73-11EA46D93CA1}" type="presOf" srcId="{3D968EF3-0F80-4D84-9152-9B99DB9BB9B3}" destId="{601BD789-B071-48F2-B545-BA85F347C0D8}" srcOrd="0" destOrd="0" presId="urn:microsoft.com/office/officeart/2008/layout/LinedList"/>
    <dgm:cxn modelId="{8E160E5A-7640-44B5-B46D-EE05A76E940E}" srcId="{1293413E-D131-4B38-8159-C2B00D2D2FF2}" destId="{BE41F8EE-4971-4A01-9883-5D0C248C928A}" srcOrd="2" destOrd="0" parTransId="{0C78C421-0CAF-4084-8F4A-1219A1072EF5}" sibTransId="{A51EAB20-AD87-4B12-8E11-A8AAF4D8A380}"/>
    <dgm:cxn modelId="{021EAF7B-265B-48F5-9187-FDF3D30CC41E}" type="presOf" srcId="{8E94A41F-4EF6-4D16-B8CE-C0949D1038D3}" destId="{438271B8-5021-475C-9BD8-79CC140F4663}" srcOrd="0" destOrd="0" presId="urn:microsoft.com/office/officeart/2008/layout/LinedList"/>
    <dgm:cxn modelId="{5A74707F-EFB9-4296-B370-23EED1A4087C}" srcId="{1293413E-D131-4B38-8159-C2B00D2D2FF2}" destId="{8B34360D-9503-42A2-BF0F-39BBF64C4CA1}" srcOrd="0" destOrd="0" parTransId="{2DFF0E21-6BC8-474F-BB3F-EB3BD0B1CDE1}" sibTransId="{C7CB51DB-BA08-484C-8B64-B7BC64F64444}"/>
    <dgm:cxn modelId="{32E6C1A2-E773-4006-9769-4576E4B40BB6}" type="presOf" srcId="{C0A6DDFD-2825-4EBD-9AF4-C69E93F98C7A}" destId="{CF380C26-9240-4BB2-9299-A6572A10F0FD}" srcOrd="0" destOrd="0" presId="urn:microsoft.com/office/officeart/2008/layout/LinedList"/>
    <dgm:cxn modelId="{55F720CF-3413-4AD8-8949-3170DE49B606}" type="presOf" srcId="{8B34360D-9503-42A2-BF0F-39BBF64C4CA1}" destId="{178DE638-731F-40D3-9541-0BCD5AAD5613}" srcOrd="0" destOrd="0" presId="urn:microsoft.com/office/officeart/2008/layout/LinedList"/>
    <dgm:cxn modelId="{287EF5DB-E08F-422C-ACA2-D4A7E7813DE1}" type="presOf" srcId="{0E69BBC4-1186-4F16-B072-53E020DCFA66}" destId="{23854F84-3981-4BD5-864A-CB6CA853922F}" srcOrd="0" destOrd="0" presId="urn:microsoft.com/office/officeart/2008/layout/LinedList"/>
    <dgm:cxn modelId="{93F3A3DF-12CF-4944-9A8B-98B1064053D4}" type="presOf" srcId="{96F3C1ED-9255-489B-B0F1-4887AD7114EA}" destId="{35CAC7F4-2B22-4ACD-96C3-00DF7779C3CD}" srcOrd="0" destOrd="0" presId="urn:microsoft.com/office/officeart/2008/layout/LinedList"/>
    <dgm:cxn modelId="{8B3818E4-2F83-4DFE-9CED-2B64D83AB924}" srcId="{BE41F8EE-4971-4A01-9883-5D0C248C928A}" destId="{8E94A41F-4EF6-4D16-B8CE-C0949D1038D3}" srcOrd="0" destOrd="0" parTransId="{B67F9BE8-98DE-4BB9-AFAE-7E1089EA3831}" sibTransId="{A5AD39DD-09F0-4F86-8FEB-7361E1637E24}"/>
    <dgm:cxn modelId="{7A318CEB-9D83-4D93-9C9F-738C3B328DCF}" type="presOf" srcId="{BE41F8EE-4971-4A01-9883-5D0C248C928A}" destId="{ECACF0B3-D5CA-4773-A2B7-E0D5E7B494FC}" srcOrd="0" destOrd="0" presId="urn:microsoft.com/office/officeart/2008/layout/LinedList"/>
    <dgm:cxn modelId="{42E585F0-4242-4AC2-8BD5-B33F67CEF089}" type="presOf" srcId="{E380F2F3-5FF8-42C1-AC9F-9B04984CBAE1}" destId="{00EF36CD-1A85-4879-97D1-9578B04EB9D1}" srcOrd="0" destOrd="0" presId="urn:microsoft.com/office/officeart/2008/layout/LinedList"/>
    <dgm:cxn modelId="{7CA617F2-7C17-41E9-8C6B-B42645B1EE00}" type="presOf" srcId="{A5EC2F5C-DB11-4FDC-8C8C-9D1DF801F28B}" destId="{0BB2B655-2828-402B-A2CC-B1ED979BA3C6}" srcOrd="0" destOrd="0" presId="urn:microsoft.com/office/officeart/2008/layout/LinedList"/>
    <dgm:cxn modelId="{DF3C67F9-C43F-44FC-A3C0-031A1F4257E4}" srcId="{BE41F8EE-4971-4A01-9883-5D0C248C928A}" destId="{0E69BBC4-1186-4F16-B072-53E020DCFA66}" srcOrd="1" destOrd="0" parTransId="{974B7A54-25A9-4C06-9AF8-A2E8A90CACE1}" sibTransId="{4B693DB9-1E51-4952-BD44-9BF3DABD1B82}"/>
    <dgm:cxn modelId="{4341B9FA-4469-4A34-B4A2-010FFC2FD2E0}" srcId="{C0A6DDFD-2825-4EBD-9AF4-C69E93F98C7A}" destId="{96F3C1ED-9255-489B-B0F1-4887AD7114EA}" srcOrd="0" destOrd="0" parTransId="{AB00BCF4-9F80-4CB9-9DAF-D780937C430C}" sibTransId="{E821556E-F4EC-4057-B15C-2C1B72E61C05}"/>
    <dgm:cxn modelId="{64B4690C-22CD-4713-8FA3-0C3EB709011A}" type="presParOf" srcId="{A0F2D859-F950-43C0-98FB-EBED0BCB715E}" destId="{68B1B7D1-AB90-44E7-B182-E4302C36059A}" srcOrd="0" destOrd="0" presId="urn:microsoft.com/office/officeart/2008/layout/LinedList"/>
    <dgm:cxn modelId="{46FBECAC-8486-4814-9B88-9C4A5B9781F4}" type="presParOf" srcId="{A0F2D859-F950-43C0-98FB-EBED0BCB715E}" destId="{8E799341-E560-45FB-BBCD-D8CD0227D3D0}" srcOrd="1" destOrd="0" presId="urn:microsoft.com/office/officeart/2008/layout/LinedList"/>
    <dgm:cxn modelId="{5E9A016C-8111-41A0-BE56-F3DB32819AAF}" type="presParOf" srcId="{8E799341-E560-45FB-BBCD-D8CD0227D3D0}" destId="{178DE638-731F-40D3-9541-0BCD5AAD5613}" srcOrd="0" destOrd="0" presId="urn:microsoft.com/office/officeart/2008/layout/LinedList"/>
    <dgm:cxn modelId="{B818793B-96D2-447F-8136-BD6D41B503E1}" type="presParOf" srcId="{8E799341-E560-45FB-BBCD-D8CD0227D3D0}" destId="{B87D095D-D3BB-441E-AB3B-78A08EA9F9B2}" srcOrd="1" destOrd="0" presId="urn:microsoft.com/office/officeart/2008/layout/LinedList"/>
    <dgm:cxn modelId="{7FB228AD-D2E5-4826-B91E-B529BAD661EE}" type="presParOf" srcId="{B87D095D-D3BB-441E-AB3B-78A08EA9F9B2}" destId="{1F6A2563-E597-4B9E-857B-ADD3301B5501}" srcOrd="0" destOrd="0" presId="urn:microsoft.com/office/officeart/2008/layout/LinedList"/>
    <dgm:cxn modelId="{EA7E7CFB-207A-4171-88E2-9936016C6E9C}" type="presParOf" srcId="{B87D095D-D3BB-441E-AB3B-78A08EA9F9B2}" destId="{85DAD34C-42A9-47B7-86F0-E5A29D751656}" srcOrd="1" destOrd="0" presId="urn:microsoft.com/office/officeart/2008/layout/LinedList"/>
    <dgm:cxn modelId="{85B49016-47D9-4549-BB0E-13EEA1ABE8BB}" type="presParOf" srcId="{85DAD34C-42A9-47B7-86F0-E5A29D751656}" destId="{83774C97-A8D0-4923-B2A1-381B218C28D7}" srcOrd="0" destOrd="0" presId="urn:microsoft.com/office/officeart/2008/layout/LinedList"/>
    <dgm:cxn modelId="{83D5BF88-2202-4F6C-B291-25CAA54BD928}" type="presParOf" srcId="{85DAD34C-42A9-47B7-86F0-E5A29D751656}" destId="{00EF36CD-1A85-4879-97D1-9578B04EB9D1}" srcOrd="1" destOrd="0" presId="urn:microsoft.com/office/officeart/2008/layout/LinedList"/>
    <dgm:cxn modelId="{775E463B-C025-4D35-B452-56CD018D864B}" type="presParOf" srcId="{85DAD34C-42A9-47B7-86F0-E5A29D751656}" destId="{093D1C2F-6D01-43C1-8E63-5B7BD60CBE66}" srcOrd="2" destOrd="0" presId="urn:microsoft.com/office/officeart/2008/layout/LinedList"/>
    <dgm:cxn modelId="{4D7F2EC7-C071-41FA-98F7-F73FB3C6EEBD}" type="presParOf" srcId="{B87D095D-D3BB-441E-AB3B-78A08EA9F9B2}" destId="{D6219E4D-3EA7-457B-B541-0F79677767FF}" srcOrd="2" destOrd="0" presId="urn:microsoft.com/office/officeart/2008/layout/LinedList"/>
    <dgm:cxn modelId="{818EC154-8E2B-497A-A27C-DB20C3310EE4}" type="presParOf" srcId="{B87D095D-D3BB-441E-AB3B-78A08EA9F9B2}" destId="{F35BE0E5-0AF3-4A20-BF73-AFD1D88C3C84}" srcOrd="3" destOrd="0" presId="urn:microsoft.com/office/officeart/2008/layout/LinedList"/>
    <dgm:cxn modelId="{B10F2753-C89E-479B-8C6C-A2A42DB2462D}" type="presParOf" srcId="{B87D095D-D3BB-441E-AB3B-78A08EA9F9B2}" destId="{F56F9DF7-DD66-4780-9BEF-39D397988329}" srcOrd="4" destOrd="0" presId="urn:microsoft.com/office/officeart/2008/layout/LinedList"/>
    <dgm:cxn modelId="{69E63A67-194B-4A45-A147-3509C2607704}" type="presParOf" srcId="{F56F9DF7-DD66-4780-9BEF-39D397988329}" destId="{EC0F11FC-1401-45A2-BA14-A2C97B914D33}" srcOrd="0" destOrd="0" presId="urn:microsoft.com/office/officeart/2008/layout/LinedList"/>
    <dgm:cxn modelId="{7E413C56-55E4-4DB1-BE0B-1709D3D040B4}" type="presParOf" srcId="{F56F9DF7-DD66-4780-9BEF-39D397988329}" destId="{601BD789-B071-48F2-B545-BA85F347C0D8}" srcOrd="1" destOrd="0" presId="urn:microsoft.com/office/officeart/2008/layout/LinedList"/>
    <dgm:cxn modelId="{D15331A9-78FA-4A8E-B565-30CA7375FBF8}" type="presParOf" srcId="{F56F9DF7-DD66-4780-9BEF-39D397988329}" destId="{7CB927B6-9742-49C5-AF9E-75E90F87DD5F}" srcOrd="2" destOrd="0" presId="urn:microsoft.com/office/officeart/2008/layout/LinedList"/>
    <dgm:cxn modelId="{C267F713-0449-4B13-BD80-8DFF451D656F}" type="presParOf" srcId="{B87D095D-D3BB-441E-AB3B-78A08EA9F9B2}" destId="{5FC3725E-08F3-4A62-A27D-9AC2D960FC53}" srcOrd="5" destOrd="0" presId="urn:microsoft.com/office/officeart/2008/layout/LinedList"/>
    <dgm:cxn modelId="{538720CC-DFDB-4719-98BA-91194A2B12E7}" type="presParOf" srcId="{B87D095D-D3BB-441E-AB3B-78A08EA9F9B2}" destId="{EE135C77-BC53-4D0F-B814-EB8A52D063DB}" srcOrd="6" destOrd="0" presId="urn:microsoft.com/office/officeart/2008/layout/LinedList"/>
    <dgm:cxn modelId="{45BFEF38-D1D8-44D7-B9A4-3F15A0CB606C}" type="presParOf" srcId="{A0F2D859-F950-43C0-98FB-EBED0BCB715E}" destId="{19107467-F312-4130-888D-0FA8EAAF9532}" srcOrd="2" destOrd="0" presId="urn:microsoft.com/office/officeart/2008/layout/LinedList"/>
    <dgm:cxn modelId="{8B12C0B3-2681-4ACB-A9FA-8BFE7BAB9B90}" type="presParOf" srcId="{A0F2D859-F950-43C0-98FB-EBED0BCB715E}" destId="{4DA96650-9C7D-4993-A320-DD337DA3A415}" srcOrd="3" destOrd="0" presId="urn:microsoft.com/office/officeart/2008/layout/LinedList"/>
    <dgm:cxn modelId="{D08E2B18-6BE7-47F0-94A1-175BE39C7DB0}" type="presParOf" srcId="{4DA96650-9C7D-4993-A320-DD337DA3A415}" destId="{CF380C26-9240-4BB2-9299-A6572A10F0FD}" srcOrd="0" destOrd="0" presId="urn:microsoft.com/office/officeart/2008/layout/LinedList"/>
    <dgm:cxn modelId="{E4B7FD80-E638-4E81-BB45-48242BD6FD37}" type="presParOf" srcId="{4DA96650-9C7D-4993-A320-DD337DA3A415}" destId="{EBD2BA5D-A921-4A22-852B-51E90DA0A09A}" srcOrd="1" destOrd="0" presId="urn:microsoft.com/office/officeart/2008/layout/LinedList"/>
    <dgm:cxn modelId="{859C7B4B-FD80-4B8D-9F46-3096F85AD423}" type="presParOf" srcId="{EBD2BA5D-A921-4A22-852B-51E90DA0A09A}" destId="{0FBCF12A-F4A2-4602-B698-32E01086B607}" srcOrd="0" destOrd="0" presId="urn:microsoft.com/office/officeart/2008/layout/LinedList"/>
    <dgm:cxn modelId="{D3388D52-748B-42A4-902F-0EB9BF558C05}" type="presParOf" srcId="{EBD2BA5D-A921-4A22-852B-51E90DA0A09A}" destId="{28173FEE-1577-4407-B552-53A49198F95D}" srcOrd="1" destOrd="0" presId="urn:microsoft.com/office/officeart/2008/layout/LinedList"/>
    <dgm:cxn modelId="{F24DD26F-00AD-4DFF-A10E-B00C81D98089}" type="presParOf" srcId="{28173FEE-1577-4407-B552-53A49198F95D}" destId="{96320251-5512-4B28-A680-396F36F468AF}" srcOrd="0" destOrd="0" presId="urn:microsoft.com/office/officeart/2008/layout/LinedList"/>
    <dgm:cxn modelId="{429D2480-3E42-451F-9D54-C73C73F75B58}" type="presParOf" srcId="{28173FEE-1577-4407-B552-53A49198F95D}" destId="{35CAC7F4-2B22-4ACD-96C3-00DF7779C3CD}" srcOrd="1" destOrd="0" presId="urn:microsoft.com/office/officeart/2008/layout/LinedList"/>
    <dgm:cxn modelId="{A9B2DD5C-6025-4467-B017-1313F5B68A1A}" type="presParOf" srcId="{28173FEE-1577-4407-B552-53A49198F95D}" destId="{2BAF6A69-E218-489D-A1F2-FB47E816A352}" srcOrd="2" destOrd="0" presId="urn:microsoft.com/office/officeart/2008/layout/LinedList"/>
    <dgm:cxn modelId="{FDFC6E10-3E54-4E43-8BF3-6B8EEF0F8575}" type="presParOf" srcId="{EBD2BA5D-A921-4A22-852B-51E90DA0A09A}" destId="{2117E126-761A-4CCC-8589-CCB447F29F27}" srcOrd="2" destOrd="0" presId="urn:microsoft.com/office/officeart/2008/layout/LinedList"/>
    <dgm:cxn modelId="{B30A3C2E-0853-459A-835D-879A1FDCA0E6}" type="presParOf" srcId="{EBD2BA5D-A921-4A22-852B-51E90DA0A09A}" destId="{95C69E1C-4509-42C7-95AE-A8BB23B11A0C}" srcOrd="3" destOrd="0" presId="urn:microsoft.com/office/officeart/2008/layout/LinedList"/>
    <dgm:cxn modelId="{87743D62-3A5E-4738-B635-168BA847D049}" type="presParOf" srcId="{EBD2BA5D-A921-4A22-852B-51E90DA0A09A}" destId="{180D32B5-33ED-4978-88DA-5F126E9F109A}" srcOrd="4" destOrd="0" presId="urn:microsoft.com/office/officeart/2008/layout/LinedList"/>
    <dgm:cxn modelId="{F32A6902-02A0-4A22-A3E4-24D5B1B0B8A3}" type="presParOf" srcId="{180D32B5-33ED-4978-88DA-5F126E9F109A}" destId="{21A91617-A27C-4570-8B36-E7C1EF36E3E7}" srcOrd="0" destOrd="0" presId="urn:microsoft.com/office/officeart/2008/layout/LinedList"/>
    <dgm:cxn modelId="{7DA24016-6D83-4D2F-8BAC-0BC00C7F7B6C}" type="presParOf" srcId="{180D32B5-33ED-4978-88DA-5F126E9F109A}" destId="{0BB2B655-2828-402B-A2CC-B1ED979BA3C6}" srcOrd="1" destOrd="0" presId="urn:microsoft.com/office/officeart/2008/layout/LinedList"/>
    <dgm:cxn modelId="{7340E5DD-723D-41F6-86F8-EBE2F1739108}" type="presParOf" srcId="{180D32B5-33ED-4978-88DA-5F126E9F109A}" destId="{086399F4-9873-4135-A3C9-11538B537F6B}" srcOrd="2" destOrd="0" presId="urn:microsoft.com/office/officeart/2008/layout/LinedList"/>
    <dgm:cxn modelId="{AE39618E-395D-4BE1-B92B-68BDF99CB652}" type="presParOf" srcId="{EBD2BA5D-A921-4A22-852B-51E90DA0A09A}" destId="{6CD2A248-1DDD-43D8-B61F-C2EF543352DC}" srcOrd="5" destOrd="0" presId="urn:microsoft.com/office/officeart/2008/layout/LinedList"/>
    <dgm:cxn modelId="{20E6046A-7125-4346-829E-D296F49CBE53}" type="presParOf" srcId="{EBD2BA5D-A921-4A22-852B-51E90DA0A09A}" destId="{F5E9D466-A39A-4356-8B35-4ECABD924471}" srcOrd="6" destOrd="0" presId="urn:microsoft.com/office/officeart/2008/layout/LinedList"/>
    <dgm:cxn modelId="{14CEE032-2A54-4CB1-B8C9-D742490C9108}" type="presParOf" srcId="{A0F2D859-F950-43C0-98FB-EBED0BCB715E}" destId="{EA787B1F-2FBE-4828-9CDD-5E228226DDF3}" srcOrd="4" destOrd="0" presId="urn:microsoft.com/office/officeart/2008/layout/LinedList"/>
    <dgm:cxn modelId="{E71BCA41-078E-44A1-905A-66FA0FD51BD5}" type="presParOf" srcId="{A0F2D859-F950-43C0-98FB-EBED0BCB715E}" destId="{E18E3DDC-8618-44D0-864C-B9A861BD4371}" srcOrd="5" destOrd="0" presId="urn:microsoft.com/office/officeart/2008/layout/LinedList"/>
    <dgm:cxn modelId="{F2DC3EB0-69B3-407F-9E0B-9FAAF58CFA27}" type="presParOf" srcId="{E18E3DDC-8618-44D0-864C-B9A861BD4371}" destId="{ECACF0B3-D5CA-4773-A2B7-E0D5E7B494FC}" srcOrd="0" destOrd="0" presId="urn:microsoft.com/office/officeart/2008/layout/LinedList"/>
    <dgm:cxn modelId="{DCA67C9D-DCE9-4E70-844D-148A2B9A09A3}" type="presParOf" srcId="{E18E3DDC-8618-44D0-864C-B9A861BD4371}" destId="{E2B02887-D2D6-480B-8CD2-975F4BCF7D43}" srcOrd="1" destOrd="0" presId="urn:microsoft.com/office/officeart/2008/layout/LinedList"/>
    <dgm:cxn modelId="{A50CE37D-10B7-479A-8616-F4CED337719B}" type="presParOf" srcId="{E2B02887-D2D6-480B-8CD2-975F4BCF7D43}" destId="{E87E7DDB-7D49-42CF-B4B3-589F07C8CF2D}" srcOrd="0" destOrd="0" presId="urn:microsoft.com/office/officeart/2008/layout/LinedList"/>
    <dgm:cxn modelId="{5BDB0556-B484-4E63-A189-6B503514A6E3}" type="presParOf" srcId="{E2B02887-D2D6-480B-8CD2-975F4BCF7D43}" destId="{337319EB-A87F-4786-858D-B5D8F1F64814}" srcOrd="1" destOrd="0" presId="urn:microsoft.com/office/officeart/2008/layout/LinedList"/>
    <dgm:cxn modelId="{BD117BD8-114C-43A7-95F0-0666D49BDFC4}" type="presParOf" srcId="{337319EB-A87F-4786-858D-B5D8F1F64814}" destId="{8CFB8F9B-4162-464E-8B7E-189B35735F3D}" srcOrd="0" destOrd="0" presId="urn:microsoft.com/office/officeart/2008/layout/LinedList"/>
    <dgm:cxn modelId="{A4B1BC7E-006A-454D-81DA-81F0DB8C2AE3}" type="presParOf" srcId="{337319EB-A87F-4786-858D-B5D8F1F64814}" destId="{438271B8-5021-475C-9BD8-79CC140F4663}" srcOrd="1" destOrd="0" presId="urn:microsoft.com/office/officeart/2008/layout/LinedList"/>
    <dgm:cxn modelId="{83FEAA5F-5358-4DBE-B8BD-BC6A1A8F9165}" type="presParOf" srcId="{337319EB-A87F-4786-858D-B5D8F1F64814}" destId="{A8D129D7-1902-45C1-9F8B-6083F9E56C7C}" srcOrd="2" destOrd="0" presId="urn:microsoft.com/office/officeart/2008/layout/LinedList"/>
    <dgm:cxn modelId="{7EB3C9C2-40E8-43F1-B885-44C81C543F9A}" type="presParOf" srcId="{E2B02887-D2D6-480B-8CD2-975F4BCF7D43}" destId="{17907FA9-E3B9-4DDF-B111-FD2A65881C32}" srcOrd="2" destOrd="0" presId="urn:microsoft.com/office/officeart/2008/layout/LinedList"/>
    <dgm:cxn modelId="{CA0F78BB-F730-40D1-9BC4-723C8F1264B7}" type="presParOf" srcId="{E2B02887-D2D6-480B-8CD2-975F4BCF7D43}" destId="{BCBA7297-B689-4CE3-AC18-5FBD93F213D9}" srcOrd="3" destOrd="0" presId="urn:microsoft.com/office/officeart/2008/layout/LinedList"/>
    <dgm:cxn modelId="{C5A4257A-31E0-4B8C-8D5D-35B8B505A78F}" type="presParOf" srcId="{E2B02887-D2D6-480B-8CD2-975F4BCF7D43}" destId="{563383AB-9477-4102-BE91-0B7B7DF62DDF}" srcOrd="4" destOrd="0" presId="urn:microsoft.com/office/officeart/2008/layout/LinedList"/>
    <dgm:cxn modelId="{9B44CB46-0867-4170-8A57-815029498141}" type="presParOf" srcId="{563383AB-9477-4102-BE91-0B7B7DF62DDF}" destId="{3F64B357-AE49-442A-8681-D42204C11E44}" srcOrd="0" destOrd="0" presId="urn:microsoft.com/office/officeart/2008/layout/LinedList"/>
    <dgm:cxn modelId="{CED20A0B-8602-4299-9FDB-AF0BE18ABA8D}" type="presParOf" srcId="{563383AB-9477-4102-BE91-0B7B7DF62DDF}" destId="{23854F84-3981-4BD5-864A-CB6CA853922F}" srcOrd="1" destOrd="0" presId="urn:microsoft.com/office/officeart/2008/layout/LinedList"/>
    <dgm:cxn modelId="{146F5EAD-4E0F-4EEA-81AD-E82B0045D7B9}" type="presParOf" srcId="{563383AB-9477-4102-BE91-0B7B7DF62DDF}" destId="{C3A308E6-1BC2-4A1B-BBC3-1887EDE59A9E}" srcOrd="2" destOrd="0" presId="urn:microsoft.com/office/officeart/2008/layout/LinedList"/>
    <dgm:cxn modelId="{3FC42A14-C6FF-47F7-9C6B-F4532DA96A99}" type="presParOf" srcId="{E2B02887-D2D6-480B-8CD2-975F4BCF7D43}" destId="{153D5C84-D006-4746-A698-8250BA44E6D4}" srcOrd="5" destOrd="0" presId="urn:microsoft.com/office/officeart/2008/layout/LinedList"/>
    <dgm:cxn modelId="{327FA862-741C-4F75-8E4D-D791A8692530}" type="presParOf" srcId="{E2B02887-D2D6-480B-8CD2-975F4BCF7D43}" destId="{C549704E-9A9D-46E2-8429-AC435F768548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C331AE-5D3C-48FC-8124-766615950E2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DA7EDF2-907E-4639-9250-26BAAF09BBC0}">
      <dgm:prSet/>
      <dgm:spPr/>
      <dgm:t>
        <a:bodyPr/>
        <a:lstStyle/>
        <a:p>
          <a:r>
            <a:rPr lang="en-US"/>
            <a:t>Product Vision &amp; Backlog Creation</a:t>
          </a:r>
        </a:p>
      </dgm:t>
    </dgm:pt>
    <dgm:pt modelId="{FF6B10FA-5DA4-451F-906A-717E9965F029}" type="parTrans" cxnId="{DF891002-16AD-40D2-A3ED-3BECE7CC2C22}">
      <dgm:prSet/>
      <dgm:spPr/>
      <dgm:t>
        <a:bodyPr/>
        <a:lstStyle/>
        <a:p>
          <a:endParaRPr lang="en-US"/>
        </a:p>
      </dgm:t>
    </dgm:pt>
    <dgm:pt modelId="{E8EF5D3A-1EFF-4BBC-B2F0-AD7B37A8E308}" type="sibTrans" cxnId="{DF891002-16AD-40D2-A3ED-3BECE7CC2C22}">
      <dgm:prSet/>
      <dgm:spPr/>
      <dgm:t>
        <a:bodyPr/>
        <a:lstStyle/>
        <a:p>
          <a:endParaRPr lang="en-US"/>
        </a:p>
      </dgm:t>
    </dgm:pt>
    <dgm:pt modelId="{0440E7E2-8D18-4664-B192-F76144FB701C}">
      <dgm:prSet/>
      <dgm:spPr/>
      <dgm:t>
        <a:bodyPr/>
        <a:lstStyle/>
        <a:p>
          <a:r>
            <a:rPr lang="en-US"/>
            <a:t>Sprint Planning</a:t>
          </a:r>
        </a:p>
      </dgm:t>
    </dgm:pt>
    <dgm:pt modelId="{BEFEE144-2873-443D-8772-FA67F56EC2D3}" type="parTrans" cxnId="{BF032AD0-8C80-448F-ABFA-8DC852B27AA2}">
      <dgm:prSet/>
      <dgm:spPr/>
      <dgm:t>
        <a:bodyPr/>
        <a:lstStyle/>
        <a:p>
          <a:endParaRPr lang="en-US"/>
        </a:p>
      </dgm:t>
    </dgm:pt>
    <dgm:pt modelId="{173087D0-849C-4CD0-8DC7-3A5C56342BFF}" type="sibTrans" cxnId="{BF032AD0-8C80-448F-ABFA-8DC852B27AA2}">
      <dgm:prSet/>
      <dgm:spPr/>
      <dgm:t>
        <a:bodyPr/>
        <a:lstStyle/>
        <a:p>
          <a:endParaRPr lang="en-US"/>
        </a:p>
      </dgm:t>
    </dgm:pt>
    <dgm:pt modelId="{B88BE5BF-20E4-47F3-879C-5D49A90E31A8}">
      <dgm:prSet/>
      <dgm:spPr/>
      <dgm:t>
        <a:bodyPr/>
        <a:lstStyle/>
        <a:p>
          <a:r>
            <a:rPr lang="en-US"/>
            <a:t>Sprint Development Cycle</a:t>
          </a:r>
        </a:p>
      </dgm:t>
    </dgm:pt>
    <dgm:pt modelId="{B37FD81B-12D9-4FE3-82B3-67C28A35607F}" type="parTrans" cxnId="{20424D1E-F62B-4425-9380-EDBA0BA0AA55}">
      <dgm:prSet/>
      <dgm:spPr/>
      <dgm:t>
        <a:bodyPr/>
        <a:lstStyle/>
        <a:p>
          <a:endParaRPr lang="en-US"/>
        </a:p>
      </dgm:t>
    </dgm:pt>
    <dgm:pt modelId="{3D21EF18-C1FA-44B9-9DD0-E3389A46FD0F}" type="sibTrans" cxnId="{20424D1E-F62B-4425-9380-EDBA0BA0AA55}">
      <dgm:prSet/>
      <dgm:spPr/>
      <dgm:t>
        <a:bodyPr/>
        <a:lstStyle/>
        <a:p>
          <a:endParaRPr lang="en-US"/>
        </a:p>
      </dgm:t>
    </dgm:pt>
    <dgm:pt modelId="{70F2ADF0-CFFD-44CC-882A-BCED17A36836}">
      <dgm:prSet/>
      <dgm:spPr/>
      <dgm:t>
        <a:bodyPr/>
        <a:lstStyle/>
        <a:p>
          <a:r>
            <a:rPr lang="en-US"/>
            <a:t>Sprint Review</a:t>
          </a:r>
        </a:p>
      </dgm:t>
    </dgm:pt>
    <dgm:pt modelId="{2B2E341F-1FCE-40EB-B5AC-60B6D5D3B5A1}" type="parTrans" cxnId="{22AE883C-09D0-49A5-B408-DE1DE3D05925}">
      <dgm:prSet/>
      <dgm:spPr/>
      <dgm:t>
        <a:bodyPr/>
        <a:lstStyle/>
        <a:p>
          <a:endParaRPr lang="en-US"/>
        </a:p>
      </dgm:t>
    </dgm:pt>
    <dgm:pt modelId="{41FFB436-3B77-45AC-9E27-EA90F78524C4}" type="sibTrans" cxnId="{22AE883C-09D0-49A5-B408-DE1DE3D05925}">
      <dgm:prSet/>
      <dgm:spPr/>
      <dgm:t>
        <a:bodyPr/>
        <a:lstStyle/>
        <a:p>
          <a:endParaRPr lang="en-US"/>
        </a:p>
      </dgm:t>
    </dgm:pt>
    <dgm:pt modelId="{73735BF7-EA66-4F74-8992-3310EDB01171}">
      <dgm:prSet/>
      <dgm:spPr/>
      <dgm:t>
        <a:bodyPr/>
        <a:lstStyle/>
        <a:p>
          <a:r>
            <a:rPr lang="en-US"/>
            <a:t>Sprint Retrospective</a:t>
          </a:r>
        </a:p>
      </dgm:t>
    </dgm:pt>
    <dgm:pt modelId="{BF23B848-6349-432C-84DF-18D87A4142B7}" type="parTrans" cxnId="{1EA28CD4-2E06-4919-B40A-BE5A0002569E}">
      <dgm:prSet/>
      <dgm:spPr/>
      <dgm:t>
        <a:bodyPr/>
        <a:lstStyle/>
        <a:p>
          <a:endParaRPr lang="en-US"/>
        </a:p>
      </dgm:t>
    </dgm:pt>
    <dgm:pt modelId="{ACFBC196-0C8D-4E60-9617-34375953A9D1}" type="sibTrans" cxnId="{1EA28CD4-2E06-4919-B40A-BE5A0002569E}">
      <dgm:prSet/>
      <dgm:spPr/>
      <dgm:t>
        <a:bodyPr/>
        <a:lstStyle/>
        <a:p>
          <a:endParaRPr lang="en-US"/>
        </a:p>
      </dgm:t>
    </dgm:pt>
    <dgm:pt modelId="{0328495C-A453-42C0-94C1-A05F513B3ABB}">
      <dgm:prSet/>
      <dgm:spPr/>
      <dgm:t>
        <a:bodyPr/>
        <a:lstStyle/>
        <a:p>
          <a:r>
            <a:rPr lang="en-US"/>
            <a:t>Release &amp; Continuous Improvement</a:t>
          </a:r>
        </a:p>
      </dgm:t>
    </dgm:pt>
    <dgm:pt modelId="{D713EB74-0B18-4D11-A429-6516FEE51C41}" type="parTrans" cxnId="{E1643C65-22D1-48B7-B0A9-2D349C6C3A5B}">
      <dgm:prSet/>
      <dgm:spPr/>
      <dgm:t>
        <a:bodyPr/>
        <a:lstStyle/>
        <a:p>
          <a:endParaRPr lang="en-US"/>
        </a:p>
      </dgm:t>
    </dgm:pt>
    <dgm:pt modelId="{A28E0C51-CFCD-47A2-AC19-5137B0D9B3C7}" type="sibTrans" cxnId="{E1643C65-22D1-48B7-B0A9-2D349C6C3A5B}">
      <dgm:prSet/>
      <dgm:spPr/>
      <dgm:t>
        <a:bodyPr/>
        <a:lstStyle/>
        <a:p>
          <a:endParaRPr lang="en-US"/>
        </a:p>
      </dgm:t>
    </dgm:pt>
    <dgm:pt modelId="{147AA0D7-ABCB-43A2-9BA5-7F02E14DF653}" type="pres">
      <dgm:prSet presAssocID="{A7C331AE-5D3C-48FC-8124-766615950E23}" presName="linear" presStyleCnt="0">
        <dgm:presLayoutVars>
          <dgm:animLvl val="lvl"/>
          <dgm:resizeHandles val="exact"/>
        </dgm:presLayoutVars>
      </dgm:prSet>
      <dgm:spPr/>
    </dgm:pt>
    <dgm:pt modelId="{F619C929-0E06-4D06-AA35-568732ED39F7}" type="pres">
      <dgm:prSet presAssocID="{BDA7EDF2-907E-4639-9250-26BAAF09BBC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1EAD7D8-14DD-41DC-B86A-90AB79144C98}" type="pres">
      <dgm:prSet presAssocID="{E8EF5D3A-1EFF-4BBC-B2F0-AD7B37A8E308}" presName="spacer" presStyleCnt="0"/>
      <dgm:spPr/>
    </dgm:pt>
    <dgm:pt modelId="{6C03D6EE-9398-42B5-A9DC-69BEA4C4A343}" type="pres">
      <dgm:prSet presAssocID="{0440E7E2-8D18-4664-B192-F76144FB701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308E7BD-47C9-459D-9DF8-1E29143FC1A5}" type="pres">
      <dgm:prSet presAssocID="{173087D0-849C-4CD0-8DC7-3A5C56342BFF}" presName="spacer" presStyleCnt="0"/>
      <dgm:spPr/>
    </dgm:pt>
    <dgm:pt modelId="{DB867AD0-BD7F-49EA-AAD7-EA15A7F79FEF}" type="pres">
      <dgm:prSet presAssocID="{B88BE5BF-20E4-47F3-879C-5D49A90E31A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F8D9FD2-7951-434B-83AE-A7FBB54ED307}" type="pres">
      <dgm:prSet presAssocID="{3D21EF18-C1FA-44B9-9DD0-E3389A46FD0F}" presName="spacer" presStyleCnt="0"/>
      <dgm:spPr/>
    </dgm:pt>
    <dgm:pt modelId="{1B3500B0-CE6B-456D-9438-2DC9A7E82064}" type="pres">
      <dgm:prSet presAssocID="{70F2ADF0-CFFD-44CC-882A-BCED17A3683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B32A58A-E539-4892-90DD-8BBBE889431D}" type="pres">
      <dgm:prSet presAssocID="{41FFB436-3B77-45AC-9E27-EA90F78524C4}" presName="spacer" presStyleCnt="0"/>
      <dgm:spPr/>
    </dgm:pt>
    <dgm:pt modelId="{3C414344-7E86-4DB3-A9E9-2E8C659EF002}" type="pres">
      <dgm:prSet presAssocID="{73735BF7-EA66-4F74-8992-3310EDB0117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3CA37B4-9733-48C6-B895-AEDF1B808F05}" type="pres">
      <dgm:prSet presAssocID="{ACFBC196-0C8D-4E60-9617-34375953A9D1}" presName="spacer" presStyleCnt="0"/>
      <dgm:spPr/>
    </dgm:pt>
    <dgm:pt modelId="{55AEA5F2-D3E5-4174-A6A7-400657F5579B}" type="pres">
      <dgm:prSet presAssocID="{0328495C-A453-42C0-94C1-A05F513B3AB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F891002-16AD-40D2-A3ED-3BECE7CC2C22}" srcId="{A7C331AE-5D3C-48FC-8124-766615950E23}" destId="{BDA7EDF2-907E-4639-9250-26BAAF09BBC0}" srcOrd="0" destOrd="0" parTransId="{FF6B10FA-5DA4-451F-906A-717E9965F029}" sibTransId="{E8EF5D3A-1EFF-4BBC-B2F0-AD7B37A8E308}"/>
    <dgm:cxn modelId="{20424D1E-F62B-4425-9380-EDBA0BA0AA55}" srcId="{A7C331AE-5D3C-48FC-8124-766615950E23}" destId="{B88BE5BF-20E4-47F3-879C-5D49A90E31A8}" srcOrd="2" destOrd="0" parTransId="{B37FD81B-12D9-4FE3-82B3-67C28A35607F}" sibTransId="{3D21EF18-C1FA-44B9-9DD0-E3389A46FD0F}"/>
    <dgm:cxn modelId="{EE462C2E-0E05-4DC8-B838-C3CFEE57ECD2}" type="presOf" srcId="{73735BF7-EA66-4F74-8992-3310EDB01171}" destId="{3C414344-7E86-4DB3-A9E9-2E8C659EF002}" srcOrd="0" destOrd="0" presId="urn:microsoft.com/office/officeart/2005/8/layout/vList2"/>
    <dgm:cxn modelId="{1A61DE3A-1D61-4D5B-9774-31332345E8B5}" type="presOf" srcId="{0328495C-A453-42C0-94C1-A05F513B3ABB}" destId="{55AEA5F2-D3E5-4174-A6A7-400657F5579B}" srcOrd="0" destOrd="0" presId="urn:microsoft.com/office/officeart/2005/8/layout/vList2"/>
    <dgm:cxn modelId="{22AE883C-09D0-49A5-B408-DE1DE3D05925}" srcId="{A7C331AE-5D3C-48FC-8124-766615950E23}" destId="{70F2ADF0-CFFD-44CC-882A-BCED17A36836}" srcOrd="3" destOrd="0" parTransId="{2B2E341F-1FCE-40EB-B5AC-60B6D5D3B5A1}" sibTransId="{41FFB436-3B77-45AC-9E27-EA90F78524C4}"/>
    <dgm:cxn modelId="{E1643C65-22D1-48B7-B0A9-2D349C6C3A5B}" srcId="{A7C331AE-5D3C-48FC-8124-766615950E23}" destId="{0328495C-A453-42C0-94C1-A05F513B3ABB}" srcOrd="5" destOrd="0" parTransId="{D713EB74-0B18-4D11-A429-6516FEE51C41}" sibTransId="{A28E0C51-CFCD-47A2-AC19-5137B0D9B3C7}"/>
    <dgm:cxn modelId="{E2D11D66-A290-4B94-85A3-DE8F7BC3817C}" type="presOf" srcId="{BDA7EDF2-907E-4639-9250-26BAAF09BBC0}" destId="{F619C929-0E06-4D06-AA35-568732ED39F7}" srcOrd="0" destOrd="0" presId="urn:microsoft.com/office/officeart/2005/8/layout/vList2"/>
    <dgm:cxn modelId="{EAD1C974-88E0-48EE-A322-CE6FCF9DB6C7}" type="presOf" srcId="{0440E7E2-8D18-4664-B192-F76144FB701C}" destId="{6C03D6EE-9398-42B5-A9DC-69BEA4C4A343}" srcOrd="0" destOrd="0" presId="urn:microsoft.com/office/officeart/2005/8/layout/vList2"/>
    <dgm:cxn modelId="{74E0CF56-2BB0-4A4A-8F5A-E3430000ADDB}" type="presOf" srcId="{B88BE5BF-20E4-47F3-879C-5D49A90E31A8}" destId="{DB867AD0-BD7F-49EA-AAD7-EA15A7F79FEF}" srcOrd="0" destOrd="0" presId="urn:microsoft.com/office/officeart/2005/8/layout/vList2"/>
    <dgm:cxn modelId="{8D3EDBAD-DEAE-4CF2-9A64-AE2E5F07BEDC}" type="presOf" srcId="{A7C331AE-5D3C-48FC-8124-766615950E23}" destId="{147AA0D7-ABCB-43A2-9BA5-7F02E14DF653}" srcOrd="0" destOrd="0" presId="urn:microsoft.com/office/officeart/2005/8/layout/vList2"/>
    <dgm:cxn modelId="{A01576BF-B70B-45F4-877C-DBD8DDBFC179}" type="presOf" srcId="{70F2ADF0-CFFD-44CC-882A-BCED17A36836}" destId="{1B3500B0-CE6B-456D-9438-2DC9A7E82064}" srcOrd="0" destOrd="0" presId="urn:microsoft.com/office/officeart/2005/8/layout/vList2"/>
    <dgm:cxn modelId="{BF032AD0-8C80-448F-ABFA-8DC852B27AA2}" srcId="{A7C331AE-5D3C-48FC-8124-766615950E23}" destId="{0440E7E2-8D18-4664-B192-F76144FB701C}" srcOrd="1" destOrd="0" parTransId="{BEFEE144-2873-443D-8772-FA67F56EC2D3}" sibTransId="{173087D0-849C-4CD0-8DC7-3A5C56342BFF}"/>
    <dgm:cxn modelId="{1EA28CD4-2E06-4919-B40A-BE5A0002569E}" srcId="{A7C331AE-5D3C-48FC-8124-766615950E23}" destId="{73735BF7-EA66-4F74-8992-3310EDB01171}" srcOrd="4" destOrd="0" parTransId="{BF23B848-6349-432C-84DF-18D87A4142B7}" sibTransId="{ACFBC196-0C8D-4E60-9617-34375953A9D1}"/>
    <dgm:cxn modelId="{ABF800BE-5501-4137-987A-0C7A96E45A05}" type="presParOf" srcId="{147AA0D7-ABCB-43A2-9BA5-7F02E14DF653}" destId="{F619C929-0E06-4D06-AA35-568732ED39F7}" srcOrd="0" destOrd="0" presId="urn:microsoft.com/office/officeart/2005/8/layout/vList2"/>
    <dgm:cxn modelId="{D4B47277-091C-4EF9-8170-565E58E5609A}" type="presParOf" srcId="{147AA0D7-ABCB-43A2-9BA5-7F02E14DF653}" destId="{21EAD7D8-14DD-41DC-B86A-90AB79144C98}" srcOrd="1" destOrd="0" presId="urn:microsoft.com/office/officeart/2005/8/layout/vList2"/>
    <dgm:cxn modelId="{EA09E35D-CAB8-4A1A-BEF3-A146DFE3FBE5}" type="presParOf" srcId="{147AA0D7-ABCB-43A2-9BA5-7F02E14DF653}" destId="{6C03D6EE-9398-42B5-A9DC-69BEA4C4A343}" srcOrd="2" destOrd="0" presId="urn:microsoft.com/office/officeart/2005/8/layout/vList2"/>
    <dgm:cxn modelId="{56C5E3BE-44A1-47FB-ABB1-CE49D405CA3D}" type="presParOf" srcId="{147AA0D7-ABCB-43A2-9BA5-7F02E14DF653}" destId="{3308E7BD-47C9-459D-9DF8-1E29143FC1A5}" srcOrd="3" destOrd="0" presId="urn:microsoft.com/office/officeart/2005/8/layout/vList2"/>
    <dgm:cxn modelId="{D8EEA0E5-366F-4A14-84E1-2FB698E4F84D}" type="presParOf" srcId="{147AA0D7-ABCB-43A2-9BA5-7F02E14DF653}" destId="{DB867AD0-BD7F-49EA-AAD7-EA15A7F79FEF}" srcOrd="4" destOrd="0" presId="urn:microsoft.com/office/officeart/2005/8/layout/vList2"/>
    <dgm:cxn modelId="{2A2F4558-01AE-4960-B241-974EABE639A4}" type="presParOf" srcId="{147AA0D7-ABCB-43A2-9BA5-7F02E14DF653}" destId="{DF8D9FD2-7951-434B-83AE-A7FBB54ED307}" srcOrd="5" destOrd="0" presId="urn:microsoft.com/office/officeart/2005/8/layout/vList2"/>
    <dgm:cxn modelId="{6A540166-895A-4888-BF58-601821B53E85}" type="presParOf" srcId="{147AA0D7-ABCB-43A2-9BA5-7F02E14DF653}" destId="{1B3500B0-CE6B-456D-9438-2DC9A7E82064}" srcOrd="6" destOrd="0" presId="urn:microsoft.com/office/officeart/2005/8/layout/vList2"/>
    <dgm:cxn modelId="{F041BA13-FF8F-48F6-BF2E-7D872E9FCC99}" type="presParOf" srcId="{147AA0D7-ABCB-43A2-9BA5-7F02E14DF653}" destId="{EB32A58A-E539-4892-90DD-8BBBE889431D}" srcOrd="7" destOrd="0" presId="urn:microsoft.com/office/officeart/2005/8/layout/vList2"/>
    <dgm:cxn modelId="{E152EA1D-6C47-41E6-9ABE-36A293C9DF32}" type="presParOf" srcId="{147AA0D7-ABCB-43A2-9BA5-7F02E14DF653}" destId="{3C414344-7E86-4DB3-A9E9-2E8C659EF002}" srcOrd="8" destOrd="0" presId="urn:microsoft.com/office/officeart/2005/8/layout/vList2"/>
    <dgm:cxn modelId="{EA24405E-391D-421C-99D4-EEC3BEE4CF06}" type="presParOf" srcId="{147AA0D7-ABCB-43A2-9BA5-7F02E14DF653}" destId="{B3CA37B4-9733-48C6-B895-AEDF1B808F05}" srcOrd="9" destOrd="0" presId="urn:microsoft.com/office/officeart/2005/8/layout/vList2"/>
    <dgm:cxn modelId="{76D81A42-6059-4E5C-9ECB-0D4682137B61}" type="presParOf" srcId="{147AA0D7-ABCB-43A2-9BA5-7F02E14DF653}" destId="{55AEA5F2-D3E5-4174-A6A7-400657F5579B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5E7B83-649A-43FA-88AC-7E9077458B3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5FD5435-91FF-428D-92AA-BA7447E931DB}">
      <dgm:prSet/>
      <dgm:spPr/>
      <dgm:t>
        <a:bodyPr/>
        <a:lstStyle/>
        <a:p>
          <a:pPr>
            <a:defRPr cap="all"/>
          </a:pPr>
          <a:r>
            <a:rPr lang="en-US" b="0" i="0" baseline="0"/>
            <a:t>Changes require formal approval</a:t>
          </a:r>
          <a:endParaRPr lang="en-US"/>
        </a:p>
      </dgm:t>
    </dgm:pt>
    <dgm:pt modelId="{458CE65E-81F4-4B1C-B241-A03463D2C638}" type="parTrans" cxnId="{C2D45E22-E39E-4F34-BFCA-C09E2C1ED316}">
      <dgm:prSet/>
      <dgm:spPr/>
      <dgm:t>
        <a:bodyPr/>
        <a:lstStyle/>
        <a:p>
          <a:endParaRPr lang="en-US"/>
        </a:p>
      </dgm:t>
    </dgm:pt>
    <dgm:pt modelId="{4FC4E9AE-E43A-4B02-9614-71C619FCF526}" type="sibTrans" cxnId="{C2D45E22-E39E-4F34-BFCA-C09E2C1ED316}">
      <dgm:prSet/>
      <dgm:spPr/>
      <dgm:t>
        <a:bodyPr/>
        <a:lstStyle/>
        <a:p>
          <a:endParaRPr lang="en-US"/>
        </a:p>
      </dgm:t>
    </dgm:pt>
    <dgm:pt modelId="{23E7036B-F9F8-4E0D-B039-2E6C95A36431}">
      <dgm:prSet/>
      <dgm:spPr/>
      <dgm:t>
        <a:bodyPr/>
        <a:lstStyle/>
        <a:p>
          <a:pPr>
            <a:defRPr cap="all"/>
          </a:pPr>
          <a:r>
            <a:rPr lang="en-US" b="0" i="0" baseline="0"/>
            <a:t>Customer feedback arrives late</a:t>
          </a:r>
          <a:endParaRPr lang="en-US"/>
        </a:p>
      </dgm:t>
    </dgm:pt>
    <dgm:pt modelId="{2F069DDE-EA49-4531-8C82-DA8A4C51CAD3}" type="parTrans" cxnId="{402ABE5E-2FDA-4D49-93D3-757394963E79}">
      <dgm:prSet/>
      <dgm:spPr/>
      <dgm:t>
        <a:bodyPr/>
        <a:lstStyle/>
        <a:p>
          <a:endParaRPr lang="en-US"/>
        </a:p>
      </dgm:t>
    </dgm:pt>
    <dgm:pt modelId="{3BB76391-450E-4C8B-96F2-9BD2F771B421}" type="sibTrans" cxnId="{402ABE5E-2FDA-4D49-93D3-757394963E79}">
      <dgm:prSet/>
      <dgm:spPr/>
      <dgm:t>
        <a:bodyPr/>
        <a:lstStyle/>
        <a:p>
          <a:endParaRPr lang="en-US"/>
        </a:p>
      </dgm:t>
    </dgm:pt>
    <dgm:pt modelId="{4AC6A245-73F3-4A59-8EFB-C887AD338B09}">
      <dgm:prSet/>
      <dgm:spPr/>
      <dgm:t>
        <a:bodyPr/>
        <a:lstStyle/>
        <a:p>
          <a:pPr>
            <a:defRPr cap="all"/>
          </a:pPr>
          <a:r>
            <a:rPr lang="en-US" b="0" i="0" baseline="0"/>
            <a:t>Redesign costs increase</a:t>
          </a:r>
          <a:endParaRPr lang="en-US"/>
        </a:p>
      </dgm:t>
    </dgm:pt>
    <dgm:pt modelId="{DE115B08-0BB1-418F-9C16-179BF077ECEB}" type="parTrans" cxnId="{4C3F9A0E-D7D6-4E01-AD8C-F6EB06B57F2E}">
      <dgm:prSet/>
      <dgm:spPr/>
      <dgm:t>
        <a:bodyPr/>
        <a:lstStyle/>
        <a:p>
          <a:endParaRPr lang="en-US"/>
        </a:p>
      </dgm:t>
    </dgm:pt>
    <dgm:pt modelId="{CD7F6B70-8DCC-47DD-A187-0F5DAAED822E}" type="sibTrans" cxnId="{4C3F9A0E-D7D6-4E01-AD8C-F6EB06B57F2E}">
      <dgm:prSet/>
      <dgm:spPr/>
      <dgm:t>
        <a:bodyPr/>
        <a:lstStyle/>
        <a:p>
          <a:endParaRPr lang="en-US"/>
        </a:p>
      </dgm:t>
    </dgm:pt>
    <dgm:pt modelId="{659CE6DE-B0AB-4D9D-9E96-31E486B8A54A}">
      <dgm:prSet/>
      <dgm:spPr/>
      <dgm:t>
        <a:bodyPr/>
        <a:lstStyle/>
        <a:p>
          <a:pPr>
            <a:defRPr cap="all"/>
          </a:pPr>
          <a:r>
            <a:rPr lang="en-US" b="0" i="0" baseline="0"/>
            <a:t>Usability issues discovered late</a:t>
          </a:r>
          <a:endParaRPr lang="en-US"/>
        </a:p>
      </dgm:t>
    </dgm:pt>
    <dgm:pt modelId="{0877B65B-624E-4CD8-B395-D47D8A377BAA}" type="parTrans" cxnId="{84AE4649-3446-462E-AD58-5223C1BC8320}">
      <dgm:prSet/>
      <dgm:spPr/>
      <dgm:t>
        <a:bodyPr/>
        <a:lstStyle/>
        <a:p>
          <a:endParaRPr lang="en-US"/>
        </a:p>
      </dgm:t>
    </dgm:pt>
    <dgm:pt modelId="{85E012A8-728C-4D99-82BF-7FDE9154A0D3}" type="sibTrans" cxnId="{84AE4649-3446-462E-AD58-5223C1BC8320}">
      <dgm:prSet/>
      <dgm:spPr/>
      <dgm:t>
        <a:bodyPr/>
        <a:lstStyle/>
        <a:p>
          <a:endParaRPr lang="en-US"/>
        </a:p>
      </dgm:t>
    </dgm:pt>
    <dgm:pt modelId="{C1E3DE24-D1B6-48F4-A407-B6D4C4E714B1}" type="pres">
      <dgm:prSet presAssocID="{525E7B83-649A-43FA-88AC-7E9077458B3C}" presName="root" presStyleCnt="0">
        <dgm:presLayoutVars>
          <dgm:dir/>
          <dgm:resizeHandles val="exact"/>
        </dgm:presLayoutVars>
      </dgm:prSet>
      <dgm:spPr/>
    </dgm:pt>
    <dgm:pt modelId="{03B63B6A-CD1B-4088-B35E-8251231D17EF}" type="pres">
      <dgm:prSet presAssocID="{85FD5435-91FF-428D-92AA-BA7447E931DB}" presName="compNode" presStyleCnt="0"/>
      <dgm:spPr/>
    </dgm:pt>
    <dgm:pt modelId="{F7BBBAD4-6AC8-446D-AEB7-8B17793F5BD2}" type="pres">
      <dgm:prSet presAssocID="{85FD5435-91FF-428D-92AA-BA7447E931DB}" presName="iconBgRect" presStyleLbl="bgShp" presStyleIdx="0" presStyleCnt="4"/>
      <dgm:spPr/>
    </dgm:pt>
    <dgm:pt modelId="{06240B1D-F475-4B83-B803-5BC18738D699}" type="pres">
      <dgm:prSet presAssocID="{85FD5435-91FF-428D-92AA-BA7447E931D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847F3FB-CB3B-436B-B381-078B4FACE636}" type="pres">
      <dgm:prSet presAssocID="{85FD5435-91FF-428D-92AA-BA7447E931DB}" presName="spaceRect" presStyleCnt="0"/>
      <dgm:spPr/>
    </dgm:pt>
    <dgm:pt modelId="{C2019F25-EBB2-4416-8CD6-A619FF880CCE}" type="pres">
      <dgm:prSet presAssocID="{85FD5435-91FF-428D-92AA-BA7447E931DB}" presName="textRect" presStyleLbl="revTx" presStyleIdx="0" presStyleCnt="4">
        <dgm:presLayoutVars>
          <dgm:chMax val="1"/>
          <dgm:chPref val="1"/>
        </dgm:presLayoutVars>
      </dgm:prSet>
      <dgm:spPr/>
    </dgm:pt>
    <dgm:pt modelId="{B2E6A64D-3880-43A2-917D-C8669AAC854F}" type="pres">
      <dgm:prSet presAssocID="{4FC4E9AE-E43A-4B02-9614-71C619FCF526}" presName="sibTrans" presStyleCnt="0"/>
      <dgm:spPr/>
    </dgm:pt>
    <dgm:pt modelId="{14FA02E0-670E-40FF-8248-B44661FBBB9B}" type="pres">
      <dgm:prSet presAssocID="{23E7036B-F9F8-4E0D-B039-2E6C95A36431}" presName="compNode" presStyleCnt="0"/>
      <dgm:spPr/>
    </dgm:pt>
    <dgm:pt modelId="{9407019E-4966-48CD-92BE-65CD4DEF951A}" type="pres">
      <dgm:prSet presAssocID="{23E7036B-F9F8-4E0D-B039-2E6C95A36431}" presName="iconBgRect" presStyleLbl="bgShp" presStyleIdx="1" presStyleCnt="4"/>
      <dgm:spPr/>
    </dgm:pt>
    <dgm:pt modelId="{E310E1E5-3AC2-4E7F-BE06-54886739D1B7}" type="pres">
      <dgm:prSet presAssocID="{23E7036B-F9F8-4E0D-B039-2E6C95A3643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A835E809-1C73-41E2-A4CF-9F3D4005B8E9}" type="pres">
      <dgm:prSet presAssocID="{23E7036B-F9F8-4E0D-B039-2E6C95A36431}" presName="spaceRect" presStyleCnt="0"/>
      <dgm:spPr/>
    </dgm:pt>
    <dgm:pt modelId="{45CF8C93-AB1A-446E-8BE1-715106D348AD}" type="pres">
      <dgm:prSet presAssocID="{23E7036B-F9F8-4E0D-B039-2E6C95A36431}" presName="textRect" presStyleLbl="revTx" presStyleIdx="1" presStyleCnt="4">
        <dgm:presLayoutVars>
          <dgm:chMax val="1"/>
          <dgm:chPref val="1"/>
        </dgm:presLayoutVars>
      </dgm:prSet>
      <dgm:spPr/>
    </dgm:pt>
    <dgm:pt modelId="{7CA2E19A-D1FE-4FF8-BC27-42F0003446CC}" type="pres">
      <dgm:prSet presAssocID="{3BB76391-450E-4C8B-96F2-9BD2F771B421}" presName="sibTrans" presStyleCnt="0"/>
      <dgm:spPr/>
    </dgm:pt>
    <dgm:pt modelId="{B1F350D8-F8D2-44B1-A08F-6074DD73FE1A}" type="pres">
      <dgm:prSet presAssocID="{4AC6A245-73F3-4A59-8EFB-C887AD338B09}" presName="compNode" presStyleCnt="0"/>
      <dgm:spPr/>
    </dgm:pt>
    <dgm:pt modelId="{E4165468-5CC0-412F-9ED1-4AA69608AE43}" type="pres">
      <dgm:prSet presAssocID="{4AC6A245-73F3-4A59-8EFB-C887AD338B09}" presName="iconBgRect" presStyleLbl="bgShp" presStyleIdx="2" presStyleCnt="4"/>
      <dgm:spPr/>
    </dgm:pt>
    <dgm:pt modelId="{0B924A78-8884-448A-8F75-E565E959AD74}" type="pres">
      <dgm:prSet presAssocID="{4AC6A245-73F3-4A59-8EFB-C887AD338B0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BC7B476-A939-4C77-B9CB-3937C1BBED64}" type="pres">
      <dgm:prSet presAssocID="{4AC6A245-73F3-4A59-8EFB-C887AD338B09}" presName="spaceRect" presStyleCnt="0"/>
      <dgm:spPr/>
    </dgm:pt>
    <dgm:pt modelId="{6BB02D7D-5A44-4D80-BEDF-1713E6A13DC9}" type="pres">
      <dgm:prSet presAssocID="{4AC6A245-73F3-4A59-8EFB-C887AD338B09}" presName="textRect" presStyleLbl="revTx" presStyleIdx="2" presStyleCnt="4">
        <dgm:presLayoutVars>
          <dgm:chMax val="1"/>
          <dgm:chPref val="1"/>
        </dgm:presLayoutVars>
      </dgm:prSet>
      <dgm:spPr/>
    </dgm:pt>
    <dgm:pt modelId="{4744ADAD-F299-4C8B-882C-2C2F81028838}" type="pres">
      <dgm:prSet presAssocID="{CD7F6B70-8DCC-47DD-A187-0F5DAAED822E}" presName="sibTrans" presStyleCnt="0"/>
      <dgm:spPr/>
    </dgm:pt>
    <dgm:pt modelId="{3EC1AF83-EB1B-4A59-B0FB-5494AD7B35B2}" type="pres">
      <dgm:prSet presAssocID="{659CE6DE-B0AB-4D9D-9E96-31E486B8A54A}" presName="compNode" presStyleCnt="0"/>
      <dgm:spPr/>
    </dgm:pt>
    <dgm:pt modelId="{4D15074E-860B-45E5-8C9B-AB682D728DC0}" type="pres">
      <dgm:prSet presAssocID="{659CE6DE-B0AB-4D9D-9E96-31E486B8A54A}" presName="iconBgRect" presStyleLbl="bgShp" presStyleIdx="3" presStyleCnt="4"/>
      <dgm:spPr/>
    </dgm:pt>
    <dgm:pt modelId="{F16CF70F-6CA1-4C06-A62E-951405C2E52B}" type="pres">
      <dgm:prSet presAssocID="{659CE6DE-B0AB-4D9D-9E96-31E486B8A54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BB83208D-D7E0-4975-BD08-67EC35105F93}" type="pres">
      <dgm:prSet presAssocID="{659CE6DE-B0AB-4D9D-9E96-31E486B8A54A}" presName="spaceRect" presStyleCnt="0"/>
      <dgm:spPr/>
    </dgm:pt>
    <dgm:pt modelId="{54A68AD0-9893-4C20-AC11-56F898418EC4}" type="pres">
      <dgm:prSet presAssocID="{659CE6DE-B0AB-4D9D-9E96-31E486B8A54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C3F9A0E-D7D6-4E01-AD8C-F6EB06B57F2E}" srcId="{525E7B83-649A-43FA-88AC-7E9077458B3C}" destId="{4AC6A245-73F3-4A59-8EFB-C887AD338B09}" srcOrd="2" destOrd="0" parTransId="{DE115B08-0BB1-418F-9C16-179BF077ECEB}" sibTransId="{CD7F6B70-8DCC-47DD-A187-0F5DAAED822E}"/>
    <dgm:cxn modelId="{E0E3BC20-2696-4C54-B34B-601ABA1E24DE}" type="presOf" srcId="{85FD5435-91FF-428D-92AA-BA7447E931DB}" destId="{C2019F25-EBB2-4416-8CD6-A619FF880CCE}" srcOrd="0" destOrd="0" presId="urn:microsoft.com/office/officeart/2018/5/layout/IconCircleLabelList"/>
    <dgm:cxn modelId="{C2D45E22-E39E-4F34-BFCA-C09E2C1ED316}" srcId="{525E7B83-649A-43FA-88AC-7E9077458B3C}" destId="{85FD5435-91FF-428D-92AA-BA7447E931DB}" srcOrd="0" destOrd="0" parTransId="{458CE65E-81F4-4B1C-B241-A03463D2C638}" sibTransId="{4FC4E9AE-E43A-4B02-9614-71C619FCF526}"/>
    <dgm:cxn modelId="{402ABE5E-2FDA-4D49-93D3-757394963E79}" srcId="{525E7B83-649A-43FA-88AC-7E9077458B3C}" destId="{23E7036B-F9F8-4E0D-B039-2E6C95A36431}" srcOrd="1" destOrd="0" parTransId="{2F069DDE-EA49-4531-8C82-DA8A4C51CAD3}" sibTransId="{3BB76391-450E-4C8B-96F2-9BD2F771B421}"/>
    <dgm:cxn modelId="{84AE4649-3446-462E-AD58-5223C1BC8320}" srcId="{525E7B83-649A-43FA-88AC-7E9077458B3C}" destId="{659CE6DE-B0AB-4D9D-9E96-31E486B8A54A}" srcOrd="3" destOrd="0" parTransId="{0877B65B-624E-4CD8-B395-D47D8A377BAA}" sibTransId="{85E012A8-728C-4D99-82BF-7FDE9154A0D3}"/>
    <dgm:cxn modelId="{1C64754A-9F97-421E-AFD3-55A952D9B0A6}" type="presOf" srcId="{23E7036B-F9F8-4E0D-B039-2E6C95A36431}" destId="{45CF8C93-AB1A-446E-8BE1-715106D348AD}" srcOrd="0" destOrd="0" presId="urn:microsoft.com/office/officeart/2018/5/layout/IconCircleLabelList"/>
    <dgm:cxn modelId="{49E8C4A1-2EE2-4FAA-BF6D-92886E61F5F4}" type="presOf" srcId="{4AC6A245-73F3-4A59-8EFB-C887AD338B09}" destId="{6BB02D7D-5A44-4D80-BEDF-1713E6A13DC9}" srcOrd="0" destOrd="0" presId="urn:microsoft.com/office/officeart/2018/5/layout/IconCircleLabelList"/>
    <dgm:cxn modelId="{8AE3BDB6-7CCA-49F7-A312-48F9126F9BD2}" type="presOf" srcId="{659CE6DE-B0AB-4D9D-9E96-31E486B8A54A}" destId="{54A68AD0-9893-4C20-AC11-56F898418EC4}" srcOrd="0" destOrd="0" presId="urn:microsoft.com/office/officeart/2018/5/layout/IconCircleLabelList"/>
    <dgm:cxn modelId="{A6648AE1-792F-403A-9C10-D515EC8D7495}" type="presOf" srcId="{525E7B83-649A-43FA-88AC-7E9077458B3C}" destId="{C1E3DE24-D1B6-48F4-A407-B6D4C4E714B1}" srcOrd="0" destOrd="0" presId="urn:microsoft.com/office/officeart/2018/5/layout/IconCircleLabelList"/>
    <dgm:cxn modelId="{B8F83D8D-8FBD-461C-87AC-35E7C236414B}" type="presParOf" srcId="{C1E3DE24-D1B6-48F4-A407-B6D4C4E714B1}" destId="{03B63B6A-CD1B-4088-B35E-8251231D17EF}" srcOrd="0" destOrd="0" presId="urn:microsoft.com/office/officeart/2018/5/layout/IconCircleLabelList"/>
    <dgm:cxn modelId="{39EB1677-489A-4B59-A071-3286D7DC6335}" type="presParOf" srcId="{03B63B6A-CD1B-4088-B35E-8251231D17EF}" destId="{F7BBBAD4-6AC8-446D-AEB7-8B17793F5BD2}" srcOrd="0" destOrd="0" presId="urn:microsoft.com/office/officeart/2018/5/layout/IconCircleLabelList"/>
    <dgm:cxn modelId="{37CDBB7C-BF8C-4151-9780-3C1CB5FFDDB9}" type="presParOf" srcId="{03B63B6A-CD1B-4088-B35E-8251231D17EF}" destId="{06240B1D-F475-4B83-B803-5BC18738D699}" srcOrd="1" destOrd="0" presId="urn:microsoft.com/office/officeart/2018/5/layout/IconCircleLabelList"/>
    <dgm:cxn modelId="{A4AA9E6D-9FE1-4EC3-AA46-9E5309FA3889}" type="presParOf" srcId="{03B63B6A-CD1B-4088-B35E-8251231D17EF}" destId="{D847F3FB-CB3B-436B-B381-078B4FACE636}" srcOrd="2" destOrd="0" presId="urn:microsoft.com/office/officeart/2018/5/layout/IconCircleLabelList"/>
    <dgm:cxn modelId="{191645E3-6167-488A-9CDC-5ACBFBDB622F}" type="presParOf" srcId="{03B63B6A-CD1B-4088-B35E-8251231D17EF}" destId="{C2019F25-EBB2-4416-8CD6-A619FF880CCE}" srcOrd="3" destOrd="0" presId="urn:microsoft.com/office/officeart/2018/5/layout/IconCircleLabelList"/>
    <dgm:cxn modelId="{16594E85-8571-4075-B9A7-BFBA611C063F}" type="presParOf" srcId="{C1E3DE24-D1B6-48F4-A407-B6D4C4E714B1}" destId="{B2E6A64D-3880-43A2-917D-C8669AAC854F}" srcOrd="1" destOrd="0" presId="urn:microsoft.com/office/officeart/2018/5/layout/IconCircleLabelList"/>
    <dgm:cxn modelId="{56AEFD5F-236B-4C93-87A2-4BDC87CBF53A}" type="presParOf" srcId="{C1E3DE24-D1B6-48F4-A407-B6D4C4E714B1}" destId="{14FA02E0-670E-40FF-8248-B44661FBBB9B}" srcOrd="2" destOrd="0" presId="urn:microsoft.com/office/officeart/2018/5/layout/IconCircleLabelList"/>
    <dgm:cxn modelId="{4C56B7AB-DA75-447B-906C-1756AC4AD7CA}" type="presParOf" srcId="{14FA02E0-670E-40FF-8248-B44661FBBB9B}" destId="{9407019E-4966-48CD-92BE-65CD4DEF951A}" srcOrd="0" destOrd="0" presId="urn:microsoft.com/office/officeart/2018/5/layout/IconCircleLabelList"/>
    <dgm:cxn modelId="{31756329-3199-4C95-83B7-301BAB437BDF}" type="presParOf" srcId="{14FA02E0-670E-40FF-8248-B44661FBBB9B}" destId="{E310E1E5-3AC2-4E7F-BE06-54886739D1B7}" srcOrd="1" destOrd="0" presId="urn:microsoft.com/office/officeart/2018/5/layout/IconCircleLabelList"/>
    <dgm:cxn modelId="{308C4776-4470-4406-9A15-EB9FC5DB946D}" type="presParOf" srcId="{14FA02E0-670E-40FF-8248-B44661FBBB9B}" destId="{A835E809-1C73-41E2-A4CF-9F3D4005B8E9}" srcOrd="2" destOrd="0" presId="urn:microsoft.com/office/officeart/2018/5/layout/IconCircleLabelList"/>
    <dgm:cxn modelId="{D304F74A-5F2A-495B-AF2D-12A0022C724C}" type="presParOf" srcId="{14FA02E0-670E-40FF-8248-B44661FBBB9B}" destId="{45CF8C93-AB1A-446E-8BE1-715106D348AD}" srcOrd="3" destOrd="0" presId="urn:microsoft.com/office/officeart/2018/5/layout/IconCircleLabelList"/>
    <dgm:cxn modelId="{CBF83F7A-C17E-47F7-B366-D3D4822BA9A5}" type="presParOf" srcId="{C1E3DE24-D1B6-48F4-A407-B6D4C4E714B1}" destId="{7CA2E19A-D1FE-4FF8-BC27-42F0003446CC}" srcOrd="3" destOrd="0" presId="urn:microsoft.com/office/officeart/2018/5/layout/IconCircleLabelList"/>
    <dgm:cxn modelId="{DAAD6D40-11D3-4674-9313-7F388C572E5E}" type="presParOf" srcId="{C1E3DE24-D1B6-48F4-A407-B6D4C4E714B1}" destId="{B1F350D8-F8D2-44B1-A08F-6074DD73FE1A}" srcOrd="4" destOrd="0" presId="urn:microsoft.com/office/officeart/2018/5/layout/IconCircleLabelList"/>
    <dgm:cxn modelId="{67FAFED3-FA92-456D-9C0A-B0D1CEAB5B54}" type="presParOf" srcId="{B1F350D8-F8D2-44B1-A08F-6074DD73FE1A}" destId="{E4165468-5CC0-412F-9ED1-4AA69608AE43}" srcOrd="0" destOrd="0" presId="urn:microsoft.com/office/officeart/2018/5/layout/IconCircleLabelList"/>
    <dgm:cxn modelId="{92358284-3996-4518-9271-E92C87041651}" type="presParOf" srcId="{B1F350D8-F8D2-44B1-A08F-6074DD73FE1A}" destId="{0B924A78-8884-448A-8F75-E565E959AD74}" srcOrd="1" destOrd="0" presId="urn:microsoft.com/office/officeart/2018/5/layout/IconCircleLabelList"/>
    <dgm:cxn modelId="{BBDE510A-EEDD-4D65-9F82-03C49BB415F4}" type="presParOf" srcId="{B1F350D8-F8D2-44B1-A08F-6074DD73FE1A}" destId="{3BC7B476-A939-4C77-B9CB-3937C1BBED64}" srcOrd="2" destOrd="0" presId="urn:microsoft.com/office/officeart/2018/5/layout/IconCircleLabelList"/>
    <dgm:cxn modelId="{59383682-1FD6-45B6-AD65-E9DB589A1F32}" type="presParOf" srcId="{B1F350D8-F8D2-44B1-A08F-6074DD73FE1A}" destId="{6BB02D7D-5A44-4D80-BEDF-1713E6A13DC9}" srcOrd="3" destOrd="0" presId="urn:microsoft.com/office/officeart/2018/5/layout/IconCircleLabelList"/>
    <dgm:cxn modelId="{CFE0D2D2-964C-466B-B9F8-118E4030D1F1}" type="presParOf" srcId="{C1E3DE24-D1B6-48F4-A407-B6D4C4E714B1}" destId="{4744ADAD-F299-4C8B-882C-2C2F81028838}" srcOrd="5" destOrd="0" presId="urn:microsoft.com/office/officeart/2018/5/layout/IconCircleLabelList"/>
    <dgm:cxn modelId="{F8F89A01-924F-4399-B605-F694BB1F0FB3}" type="presParOf" srcId="{C1E3DE24-D1B6-48F4-A407-B6D4C4E714B1}" destId="{3EC1AF83-EB1B-4A59-B0FB-5494AD7B35B2}" srcOrd="6" destOrd="0" presId="urn:microsoft.com/office/officeart/2018/5/layout/IconCircleLabelList"/>
    <dgm:cxn modelId="{837F9740-F520-4203-82E8-3285459F89F1}" type="presParOf" srcId="{3EC1AF83-EB1B-4A59-B0FB-5494AD7B35B2}" destId="{4D15074E-860B-45E5-8C9B-AB682D728DC0}" srcOrd="0" destOrd="0" presId="urn:microsoft.com/office/officeart/2018/5/layout/IconCircleLabelList"/>
    <dgm:cxn modelId="{D54734F3-DD3C-45DA-AD33-782AE7A4EB1F}" type="presParOf" srcId="{3EC1AF83-EB1B-4A59-B0FB-5494AD7B35B2}" destId="{F16CF70F-6CA1-4C06-A62E-951405C2E52B}" srcOrd="1" destOrd="0" presId="urn:microsoft.com/office/officeart/2018/5/layout/IconCircleLabelList"/>
    <dgm:cxn modelId="{D93141F3-83D2-437D-89EF-A5C8BBC7E65F}" type="presParOf" srcId="{3EC1AF83-EB1B-4A59-B0FB-5494AD7B35B2}" destId="{BB83208D-D7E0-4975-BD08-67EC35105F93}" srcOrd="2" destOrd="0" presId="urn:microsoft.com/office/officeart/2018/5/layout/IconCircleLabelList"/>
    <dgm:cxn modelId="{DAD5F651-B6F4-4B5D-B912-17E390D0D625}" type="presParOf" srcId="{3EC1AF83-EB1B-4A59-B0FB-5494AD7B35B2}" destId="{54A68AD0-9893-4C20-AC11-56F898418EC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B7A981E-8D57-4F5E-B8B2-57077318116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B8F873F-665E-4742-BCAF-9CE28B410559}">
      <dgm:prSet/>
      <dgm:spPr/>
      <dgm:t>
        <a:bodyPr/>
        <a:lstStyle/>
        <a:p>
          <a:r>
            <a:rPr lang="en-US"/>
            <a:t>Improved collaboration</a:t>
          </a:r>
        </a:p>
      </dgm:t>
    </dgm:pt>
    <dgm:pt modelId="{EABB2C09-359B-4C14-B38B-45BD584A7307}" type="parTrans" cxnId="{B26DA8C2-B27B-4749-98D5-FCB58242C5FD}">
      <dgm:prSet/>
      <dgm:spPr/>
      <dgm:t>
        <a:bodyPr/>
        <a:lstStyle/>
        <a:p>
          <a:endParaRPr lang="en-US"/>
        </a:p>
      </dgm:t>
    </dgm:pt>
    <dgm:pt modelId="{53FB1C3D-2930-4011-ACC1-56CA77A65F9E}" type="sibTrans" cxnId="{B26DA8C2-B27B-4749-98D5-FCB58242C5FD}">
      <dgm:prSet/>
      <dgm:spPr/>
      <dgm:t>
        <a:bodyPr/>
        <a:lstStyle/>
        <a:p>
          <a:endParaRPr lang="en-US"/>
        </a:p>
      </dgm:t>
    </dgm:pt>
    <dgm:pt modelId="{5FA61CFA-22DB-4F12-BF2E-2D07580DA096}">
      <dgm:prSet/>
      <dgm:spPr/>
      <dgm:t>
        <a:bodyPr/>
        <a:lstStyle/>
        <a:p>
          <a:r>
            <a:rPr lang="en-US"/>
            <a:t>Faster response to change</a:t>
          </a:r>
        </a:p>
      </dgm:t>
    </dgm:pt>
    <dgm:pt modelId="{FFAF0332-79DE-471B-964D-A214650F8D32}" type="parTrans" cxnId="{D5B89639-054F-48F8-8AB4-501637ED9D43}">
      <dgm:prSet/>
      <dgm:spPr/>
      <dgm:t>
        <a:bodyPr/>
        <a:lstStyle/>
        <a:p>
          <a:endParaRPr lang="en-US"/>
        </a:p>
      </dgm:t>
    </dgm:pt>
    <dgm:pt modelId="{2F1ABA0A-D80C-4B89-9C0E-FAA3DFA45CE6}" type="sibTrans" cxnId="{D5B89639-054F-48F8-8AB4-501637ED9D43}">
      <dgm:prSet/>
      <dgm:spPr/>
      <dgm:t>
        <a:bodyPr/>
        <a:lstStyle/>
        <a:p>
          <a:endParaRPr lang="en-US"/>
        </a:p>
      </dgm:t>
    </dgm:pt>
    <dgm:pt modelId="{A2686446-9117-4D81-B900-6701B926E81C}">
      <dgm:prSet/>
      <dgm:spPr/>
      <dgm:t>
        <a:bodyPr/>
        <a:lstStyle/>
        <a:p>
          <a:r>
            <a:rPr lang="en-US"/>
            <a:t>Continuous stakeholder input</a:t>
          </a:r>
        </a:p>
      </dgm:t>
    </dgm:pt>
    <dgm:pt modelId="{4229A0F2-5491-4C30-8C2C-3E9383AD9F06}" type="parTrans" cxnId="{477ED657-3C91-47F3-AD0E-BFD0670323C8}">
      <dgm:prSet/>
      <dgm:spPr/>
      <dgm:t>
        <a:bodyPr/>
        <a:lstStyle/>
        <a:p>
          <a:endParaRPr lang="en-US"/>
        </a:p>
      </dgm:t>
    </dgm:pt>
    <dgm:pt modelId="{4FC5FE42-8ED8-4825-8305-FD1E4E8622E3}" type="sibTrans" cxnId="{477ED657-3C91-47F3-AD0E-BFD0670323C8}">
      <dgm:prSet/>
      <dgm:spPr/>
      <dgm:t>
        <a:bodyPr/>
        <a:lstStyle/>
        <a:p>
          <a:endParaRPr lang="en-US"/>
        </a:p>
      </dgm:t>
    </dgm:pt>
    <dgm:pt modelId="{618BD510-ADB7-4172-84FF-035405EA923D}">
      <dgm:prSet/>
      <dgm:spPr/>
      <dgm:t>
        <a:bodyPr/>
        <a:lstStyle/>
        <a:p>
          <a:r>
            <a:rPr lang="en-US"/>
            <a:t>Higher product quality</a:t>
          </a:r>
        </a:p>
      </dgm:t>
    </dgm:pt>
    <dgm:pt modelId="{0E5B0673-9F8F-46F8-AB3F-95457E7078ED}" type="parTrans" cxnId="{0072C708-58B5-4D4D-B75B-0B1F47EFA5C3}">
      <dgm:prSet/>
      <dgm:spPr/>
      <dgm:t>
        <a:bodyPr/>
        <a:lstStyle/>
        <a:p>
          <a:endParaRPr lang="en-US"/>
        </a:p>
      </dgm:t>
    </dgm:pt>
    <dgm:pt modelId="{77E5D5BC-F16B-408E-B9DC-6205C276755D}" type="sibTrans" cxnId="{0072C708-58B5-4D4D-B75B-0B1F47EFA5C3}">
      <dgm:prSet/>
      <dgm:spPr/>
      <dgm:t>
        <a:bodyPr/>
        <a:lstStyle/>
        <a:p>
          <a:endParaRPr lang="en-US"/>
        </a:p>
      </dgm:t>
    </dgm:pt>
    <dgm:pt modelId="{A81282CA-F88A-4ED5-8D14-3629C81478D4}">
      <dgm:prSet/>
      <dgm:spPr/>
      <dgm:t>
        <a:bodyPr/>
        <a:lstStyle/>
        <a:p>
          <a:r>
            <a:rPr lang="en-US"/>
            <a:t>Increased transparency</a:t>
          </a:r>
        </a:p>
      </dgm:t>
    </dgm:pt>
    <dgm:pt modelId="{BE64CD1C-897D-48FF-A256-B8666BF3DDDD}" type="parTrans" cxnId="{FB6D3148-75AE-4408-8440-4EEF153F355C}">
      <dgm:prSet/>
      <dgm:spPr/>
      <dgm:t>
        <a:bodyPr/>
        <a:lstStyle/>
        <a:p>
          <a:endParaRPr lang="en-US"/>
        </a:p>
      </dgm:t>
    </dgm:pt>
    <dgm:pt modelId="{6C859EBA-E9FC-466F-AD35-E2C152737AFB}" type="sibTrans" cxnId="{FB6D3148-75AE-4408-8440-4EEF153F355C}">
      <dgm:prSet/>
      <dgm:spPr/>
      <dgm:t>
        <a:bodyPr/>
        <a:lstStyle/>
        <a:p>
          <a:endParaRPr lang="en-US"/>
        </a:p>
      </dgm:t>
    </dgm:pt>
    <dgm:pt modelId="{4BEFC2B9-7D49-4CF9-B69A-6093F3E1777D}" type="pres">
      <dgm:prSet presAssocID="{4B7A981E-8D57-4F5E-B8B2-570773181168}" presName="root" presStyleCnt="0">
        <dgm:presLayoutVars>
          <dgm:dir/>
          <dgm:resizeHandles val="exact"/>
        </dgm:presLayoutVars>
      </dgm:prSet>
      <dgm:spPr/>
    </dgm:pt>
    <dgm:pt modelId="{FD2BEAFC-4CD3-4261-9E5A-90183F321C7B}" type="pres">
      <dgm:prSet presAssocID="{DB8F873F-665E-4742-BCAF-9CE28B410559}" presName="compNode" presStyleCnt="0"/>
      <dgm:spPr/>
    </dgm:pt>
    <dgm:pt modelId="{E26FB85A-0B8A-448D-9D10-AEA4BB008ED8}" type="pres">
      <dgm:prSet presAssocID="{DB8F873F-665E-4742-BCAF-9CE28B41055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ducation"/>
        </a:ext>
      </dgm:extLst>
    </dgm:pt>
    <dgm:pt modelId="{E5E5978C-0A99-44D6-873C-02E477FBA68F}" type="pres">
      <dgm:prSet presAssocID="{DB8F873F-665E-4742-BCAF-9CE28B410559}" presName="spaceRect" presStyleCnt="0"/>
      <dgm:spPr/>
    </dgm:pt>
    <dgm:pt modelId="{E9CCF613-ABEC-4036-8AE8-0FECAE762CDC}" type="pres">
      <dgm:prSet presAssocID="{DB8F873F-665E-4742-BCAF-9CE28B410559}" presName="textRect" presStyleLbl="revTx" presStyleIdx="0" presStyleCnt="5">
        <dgm:presLayoutVars>
          <dgm:chMax val="1"/>
          <dgm:chPref val="1"/>
        </dgm:presLayoutVars>
      </dgm:prSet>
      <dgm:spPr/>
    </dgm:pt>
    <dgm:pt modelId="{671AFAAD-73CE-414E-A029-D049DFFDD8B7}" type="pres">
      <dgm:prSet presAssocID="{53FB1C3D-2930-4011-ACC1-56CA77A65F9E}" presName="sibTrans" presStyleCnt="0"/>
      <dgm:spPr/>
    </dgm:pt>
    <dgm:pt modelId="{3F97CA17-9654-43B3-A062-D29D6E23C268}" type="pres">
      <dgm:prSet presAssocID="{5FA61CFA-22DB-4F12-BF2E-2D07580DA096}" presName="compNode" presStyleCnt="0"/>
      <dgm:spPr/>
    </dgm:pt>
    <dgm:pt modelId="{EE517121-18C0-4522-8C97-DF99D1F996FE}" type="pres">
      <dgm:prSet presAssocID="{5FA61CFA-22DB-4F12-BF2E-2D07580DA09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icemail Forward"/>
        </a:ext>
      </dgm:extLst>
    </dgm:pt>
    <dgm:pt modelId="{A9B3571D-4CFB-4472-922D-8F747EE30E00}" type="pres">
      <dgm:prSet presAssocID="{5FA61CFA-22DB-4F12-BF2E-2D07580DA096}" presName="spaceRect" presStyleCnt="0"/>
      <dgm:spPr/>
    </dgm:pt>
    <dgm:pt modelId="{3539B9DC-C4B6-425F-BC90-6652046B9767}" type="pres">
      <dgm:prSet presAssocID="{5FA61CFA-22DB-4F12-BF2E-2D07580DA096}" presName="textRect" presStyleLbl="revTx" presStyleIdx="1" presStyleCnt="5">
        <dgm:presLayoutVars>
          <dgm:chMax val="1"/>
          <dgm:chPref val="1"/>
        </dgm:presLayoutVars>
      </dgm:prSet>
      <dgm:spPr/>
    </dgm:pt>
    <dgm:pt modelId="{209FED5B-4D5C-4718-B288-22DBDF237067}" type="pres">
      <dgm:prSet presAssocID="{2F1ABA0A-D80C-4B89-9C0E-FAA3DFA45CE6}" presName="sibTrans" presStyleCnt="0"/>
      <dgm:spPr/>
    </dgm:pt>
    <dgm:pt modelId="{DDE31735-AE0C-420C-A1A2-5D3BC24937FD}" type="pres">
      <dgm:prSet presAssocID="{A2686446-9117-4D81-B900-6701B926E81C}" presName="compNode" presStyleCnt="0"/>
      <dgm:spPr/>
    </dgm:pt>
    <dgm:pt modelId="{DDB76C5C-6F15-411D-8EC7-7EEAA7CC9ECC}" type="pres">
      <dgm:prSet presAssocID="{A2686446-9117-4D81-B900-6701B926E81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log"/>
        </a:ext>
      </dgm:extLst>
    </dgm:pt>
    <dgm:pt modelId="{1B16DCF2-6EC4-43C7-BC69-F95D2C5D93A3}" type="pres">
      <dgm:prSet presAssocID="{A2686446-9117-4D81-B900-6701B926E81C}" presName="spaceRect" presStyleCnt="0"/>
      <dgm:spPr/>
    </dgm:pt>
    <dgm:pt modelId="{D9E296D1-0A08-4182-8332-263A58B32B59}" type="pres">
      <dgm:prSet presAssocID="{A2686446-9117-4D81-B900-6701B926E81C}" presName="textRect" presStyleLbl="revTx" presStyleIdx="2" presStyleCnt="5">
        <dgm:presLayoutVars>
          <dgm:chMax val="1"/>
          <dgm:chPref val="1"/>
        </dgm:presLayoutVars>
      </dgm:prSet>
      <dgm:spPr/>
    </dgm:pt>
    <dgm:pt modelId="{451ECAC9-FD04-4184-BB7A-C4927D8165C7}" type="pres">
      <dgm:prSet presAssocID="{4FC5FE42-8ED8-4825-8305-FD1E4E8622E3}" presName="sibTrans" presStyleCnt="0"/>
      <dgm:spPr/>
    </dgm:pt>
    <dgm:pt modelId="{3ECDA957-2F99-4B68-8715-98F36069AC3A}" type="pres">
      <dgm:prSet presAssocID="{618BD510-ADB7-4172-84FF-035405EA923D}" presName="compNode" presStyleCnt="0"/>
      <dgm:spPr/>
    </dgm:pt>
    <dgm:pt modelId="{C3EABA54-4BE7-4802-B9C6-BB0935CDBD67}" type="pres">
      <dgm:prSet presAssocID="{618BD510-ADB7-4172-84FF-035405EA923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ified Brand"/>
        </a:ext>
      </dgm:extLst>
    </dgm:pt>
    <dgm:pt modelId="{7B8D4245-228A-451C-B5A8-C07D3C072A6C}" type="pres">
      <dgm:prSet presAssocID="{618BD510-ADB7-4172-84FF-035405EA923D}" presName="spaceRect" presStyleCnt="0"/>
      <dgm:spPr/>
    </dgm:pt>
    <dgm:pt modelId="{964A3BAD-9F22-4EB7-AF38-CEC701EF755C}" type="pres">
      <dgm:prSet presAssocID="{618BD510-ADB7-4172-84FF-035405EA923D}" presName="textRect" presStyleLbl="revTx" presStyleIdx="3" presStyleCnt="5">
        <dgm:presLayoutVars>
          <dgm:chMax val="1"/>
          <dgm:chPref val="1"/>
        </dgm:presLayoutVars>
      </dgm:prSet>
      <dgm:spPr/>
    </dgm:pt>
    <dgm:pt modelId="{7FA21C5B-7FD7-48A4-A0C3-947C6305F6FE}" type="pres">
      <dgm:prSet presAssocID="{77E5D5BC-F16B-408E-B9DC-6205C276755D}" presName="sibTrans" presStyleCnt="0"/>
      <dgm:spPr/>
    </dgm:pt>
    <dgm:pt modelId="{3785BF1F-8E26-47E1-B28D-0B6C79043D19}" type="pres">
      <dgm:prSet presAssocID="{A81282CA-F88A-4ED5-8D14-3629C81478D4}" presName="compNode" presStyleCnt="0"/>
      <dgm:spPr/>
    </dgm:pt>
    <dgm:pt modelId="{01744298-55BB-4040-8059-3BA92EB1EFE8}" type="pres">
      <dgm:prSet presAssocID="{A81282CA-F88A-4ED5-8D14-3629C81478D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ary"/>
        </a:ext>
      </dgm:extLst>
    </dgm:pt>
    <dgm:pt modelId="{07AC90E6-E1CB-4ADB-A8A1-220515C14704}" type="pres">
      <dgm:prSet presAssocID="{A81282CA-F88A-4ED5-8D14-3629C81478D4}" presName="spaceRect" presStyleCnt="0"/>
      <dgm:spPr/>
    </dgm:pt>
    <dgm:pt modelId="{C0C31429-3A22-4ECA-84CF-E4AFC03C6257}" type="pres">
      <dgm:prSet presAssocID="{A81282CA-F88A-4ED5-8D14-3629C81478D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072C708-58B5-4D4D-B75B-0B1F47EFA5C3}" srcId="{4B7A981E-8D57-4F5E-B8B2-570773181168}" destId="{618BD510-ADB7-4172-84FF-035405EA923D}" srcOrd="3" destOrd="0" parTransId="{0E5B0673-9F8F-46F8-AB3F-95457E7078ED}" sibTransId="{77E5D5BC-F16B-408E-B9DC-6205C276755D}"/>
    <dgm:cxn modelId="{210C1D09-80EB-4807-84EA-A1620704B879}" type="presOf" srcId="{A81282CA-F88A-4ED5-8D14-3629C81478D4}" destId="{C0C31429-3A22-4ECA-84CF-E4AFC03C6257}" srcOrd="0" destOrd="0" presId="urn:microsoft.com/office/officeart/2018/2/layout/IconLabelList"/>
    <dgm:cxn modelId="{8DE12225-D9E4-4BB1-9D2D-061338447543}" type="presOf" srcId="{618BD510-ADB7-4172-84FF-035405EA923D}" destId="{964A3BAD-9F22-4EB7-AF38-CEC701EF755C}" srcOrd="0" destOrd="0" presId="urn:microsoft.com/office/officeart/2018/2/layout/IconLabelList"/>
    <dgm:cxn modelId="{D5B89639-054F-48F8-8AB4-501637ED9D43}" srcId="{4B7A981E-8D57-4F5E-B8B2-570773181168}" destId="{5FA61CFA-22DB-4F12-BF2E-2D07580DA096}" srcOrd="1" destOrd="0" parTransId="{FFAF0332-79DE-471B-964D-A214650F8D32}" sibTransId="{2F1ABA0A-D80C-4B89-9C0E-FAA3DFA45CE6}"/>
    <dgm:cxn modelId="{EA4E3F3E-5FE9-4194-839C-8227725398C4}" type="presOf" srcId="{DB8F873F-665E-4742-BCAF-9CE28B410559}" destId="{E9CCF613-ABEC-4036-8AE8-0FECAE762CDC}" srcOrd="0" destOrd="0" presId="urn:microsoft.com/office/officeart/2018/2/layout/IconLabelList"/>
    <dgm:cxn modelId="{FB6D3148-75AE-4408-8440-4EEF153F355C}" srcId="{4B7A981E-8D57-4F5E-B8B2-570773181168}" destId="{A81282CA-F88A-4ED5-8D14-3629C81478D4}" srcOrd="4" destOrd="0" parTransId="{BE64CD1C-897D-48FF-A256-B8666BF3DDDD}" sibTransId="{6C859EBA-E9FC-466F-AD35-E2C152737AFB}"/>
    <dgm:cxn modelId="{A0CC206A-2FD1-4F85-B8C0-C9CD45955E5D}" type="presOf" srcId="{4B7A981E-8D57-4F5E-B8B2-570773181168}" destId="{4BEFC2B9-7D49-4CF9-B69A-6093F3E1777D}" srcOrd="0" destOrd="0" presId="urn:microsoft.com/office/officeart/2018/2/layout/IconLabelList"/>
    <dgm:cxn modelId="{477ED657-3C91-47F3-AD0E-BFD0670323C8}" srcId="{4B7A981E-8D57-4F5E-B8B2-570773181168}" destId="{A2686446-9117-4D81-B900-6701B926E81C}" srcOrd="2" destOrd="0" parTransId="{4229A0F2-5491-4C30-8C2C-3E9383AD9F06}" sibTransId="{4FC5FE42-8ED8-4825-8305-FD1E4E8622E3}"/>
    <dgm:cxn modelId="{882F218C-E377-4CAF-AE34-9276322D4ED2}" type="presOf" srcId="{A2686446-9117-4D81-B900-6701B926E81C}" destId="{D9E296D1-0A08-4182-8332-263A58B32B59}" srcOrd="0" destOrd="0" presId="urn:microsoft.com/office/officeart/2018/2/layout/IconLabelList"/>
    <dgm:cxn modelId="{AF8EB7AC-79ED-4582-A943-01C560CE121D}" type="presOf" srcId="{5FA61CFA-22DB-4F12-BF2E-2D07580DA096}" destId="{3539B9DC-C4B6-425F-BC90-6652046B9767}" srcOrd="0" destOrd="0" presId="urn:microsoft.com/office/officeart/2018/2/layout/IconLabelList"/>
    <dgm:cxn modelId="{B26DA8C2-B27B-4749-98D5-FCB58242C5FD}" srcId="{4B7A981E-8D57-4F5E-B8B2-570773181168}" destId="{DB8F873F-665E-4742-BCAF-9CE28B410559}" srcOrd="0" destOrd="0" parTransId="{EABB2C09-359B-4C14-B38B-45BD584A7307}" sibTransId="{53FB1C3D-2930-4011-ACC1-56CA77A65F9E}"/>
    <dgm:cxn modelId="{EA58FC2A-DA6F-45CA-812F-023C4FD91E6D}" type="presParOf" srcId="{4BEFC2B9-7D49-4CF9-B69A-6093F3E1777D}" destId="{FD2BEAFC-4CD3-4261-9E5A-90183F321C7B}" srcOrd="0" destOrd="0" presId="urn:microsoft.com/office/officeart/2018/2/layout/IconLabelList"/>
    <dgm:cxn modelId="{C52519CC-F25C-422A-AF4F-1E065F79F52B}" type="presParOf" srcId="{FD2BEAFC-4CD3-4261-9E5A-90183F321C7B}" destId="{E26FB85A-0B8A-448D-9D10-AEA4BB008ED8}" srcOrd="0" destOrd="0" presId="urn:microsoft.com/office/officeart/2018/2/layout/IconLabelList"/>
    <dgm:cxn modelId="{CC2C9B8F-464E-434A-B2DF-D7FC4FE8BB9B}" type="presParOf" srcId="{FD2BEAFC-4CD3-4261-9E5A-90183F321C7B}" destId="{E5E5978C-0A99-44D6-873C-02E477FBA68F}" srcOrd="1" destOrd="0" presId="urn:microsoft.com/office/officeart/2018/2/layout/IconLabelList"/>
    <dgm:cxn modelId="{DEBA8223-CD5F-4744-A0B6-039A2F249237}" type="presParOf" srcId="{FD2BEAFC-4CD3-4261-9E5A-90183F321C7B}" destId="{E9CCF613-ABEC-4036-8AE8-0FECAE762CDC}" srcOrd="2" destOrd="0" presId="urn:microsoft.com/office/officeart/2018/2/layout/IconLabelList"/>
    <dgm:cxn modelId="{6EF3DECC-4A47-4059-901E-196BA532800E}" type="presParOf" srcId="{4BEFC2B9-7D49-4CF9-B69A-6093F3E1777D}" destId="{671AFAAD-73CE-414E-A029-D049DFFDD8B7}" srcOrd="1" destOrd="0" presId="urn:microsoft.com/office/officeart/2018/2/layout/IconLabelList"/>
    <dgm:cxn modelId="{27A6B629-2AAD-48B5-9B68-0CC32555B3AA}" type="presParOf" srcId="{4BEFC2B9-7D49-4CF9-B69A-6093F3E1777D}" destId="{3F97CA17-9654-43B3-A062-D29D6E23C268}" srcOrd="2" destOrd="0" presId="urn:microsoft.com/office/officeart/2018/2/layout/IconLabelList"/>
    <dgm:cxn modelId="{22390E6C-AC9C-49A1-A1D4-7015F1DFFAC4}" type="presParOf" srcId="{3F97CA17-9654-43B3-A062-D29D6E23C268}" destId="{EE517121-18C0-4522-8C97-DF99D1F996FE}" srcOrd="0" destOrd="0" presId="urn:microsoft.com/office/officeart/2018/2/layout/IconLabelList"/>
    <dgm:cxn modelId="{17A7EEC6-05AF-434C-882C-FD753BF5394F}" type="presParOf" srcId="{3F97CA17-9654-43B3-A062-D29D6E23C268}" destId="{A9B3571D-4CFB-4472-922D-8F747EE30E00}" srcOrd="1" destOrd="0" presId="urn:microsoft.com/office/officeart/2018/2/layout/IconLabelList"/>
    <dgm:cxn modelId="{92609803-EAA4-4038-87C8-009169FFFCC1}" type="presParOf" srcId="{3F97CA17-9654-43B3-A062-D29D6E23C268}" destId="{3539B9DC-C4B6-425F-BC90-6652046B9767}" srcOrd="2" destOrd="0" presId="urn:microsoft.com/office/officeart/2018/2/layout/IconLabelList"/>
    <dgm:cxn modelId="{CE4FA6F3-C4F6-4A3B-8438-6C276B4399C5}" type="presParOf" srcId="{4BEFC2B9-7D49-4CF9-B69A-6093F3E1777D}" destId="{209FED5B-4D5C-4718-B288-22DBDF237067}" srcOrd="3" destOrd="0" presId="urn:microsoft.com/office/officeart/2018/2/layout/IconLabelList"/>
    <dgm:cxn modelId="{43299CAE-6BBF-4E9D-B0E4-19C17446CC29}" type="presParOf" srcId="{4BEFC2B9-7D49-4CF9-B69A-6093F3E1777D}" destId="{DDE31735-AE0C-420C-A1A2-5D3BC24937FD}" srcOrd="4" destOrd="0" presId="urn:microsoft.com/office/officeart/2018/2/layout/IconLabelList"/>
    <dgm:cxn modelId="{59FCA453-AC39-4A46-BD5B-D33EFF10AEC8}" type="presParOf" srcId="{DDE31735-AE0C-420C-A1A2-5D3BC24937FD}" destId="{DDB76C5C-6F15-411D-8EC7-7EEAA7CC9ECC}" srcOrd="0" destOrd="0" presId="urn:microsoft.com/office/officeart/2018/2/layout/IconLabelList"/>
    <dgm:cxn modelId="{8B9B8706-A872-4EDE-9567-CB44357F6BFD}" type="presParOf" srcId="{DDE31735-AE0C-420C-A1A2-5D3BC24937FD}" destId="{1B16DCF2-6EC4-43C7-BC69-F95D2C5D93A3}" srcOrd="1" destOrd="0" presId="urn:microsoft.com/office/officeart/2018/2/layout/IconLabelList"/>
    <dgm:cxn modelId="{B1E38285-6B2D-418F-9AE4-419327F7A2A7}" type="presParOf" srcId="{DDE31735-AE0C-420C-A1A2-5D3BC24937FD}" destId="{D9E296D1-0A08-4182-8332-263A58B32B59}" srcOrd="2" destOrd="0" presId="urn:microsoft.com/office/officeart/2018/2/layout/IconLabelList"/>
    <dgm:cxn modelId="{EDBA9224-AFED-47F9-B39D-C89845E11FD9}" type="presParOf" srcId="{4BEFC2B9-7D49-4CF9-B69A-6093F3E1777D}" destId="{451ECAC9-FD04-4184-BB7A-C4927D8165C7}" srcOrd="5" destOrd="0" presId="urn:microsoft.com/office/officeart/2018/2/layout/IconLabelList"/>
    <dgm:cxn modelId="{A288506C-63A0-431B-A377-0FF7B294E8C1}" type="presParOf" srcId="{4BEFC2B9-7D49-4CF9-B69A-6093F3E1777D}" destId="{3ECDA957-2F99-4B68-8715-98F36069AC3A}" srcOrd="6" destOrd="0" presId="urn:microsoft.com/office/officeart/2018/2/layout/IconLabelList"/>
    <dgm:cxn modelId="{67FE045D-D046-4AD3-BF77-67E3F850D2DE}" type="presParOf" srcId="{3ECDA957-2F99-4B68-8715-98F36069AC3A}" destId="{C3EABA54-4BE7-4802-B9C6-BB0935CDBD67}" srcOrd="0" destOrd="0" presId="urn:microsoft.com/office/officeart/2018/2/layout/IconLabelList"/>
    <dgm:cxn modelId="{B9E99A28-8C89-4D3B-A243-22D8F051DA8C}" type="presParOf" srcId="{3ECDA957-2F99-4B68-8715-98F36069AC3A}" destId="{7B8D4245-228A-451C-B5A8-C07D3C072A6C}" srcOrd="1" destOrd="0" presId="urn:microsoft.com/office/officeart/2018/2/layout/IconLabelList"/>
    <dgm:cxn modelId="{D9B3D023-270A-4473-A8C7-B70B95B12693}" type="presParOf" srcId="{3ECDA957-2F99-4B68-8715-98F36069AC3A}" destId="{964A3BAD-9F22-4EB7-AF38-CEC701EF755C}" srcOrd="2" destOrd="0" presId="urn:microsoft.com/office/officeart/2018/2/layout/IconLabelList"/>
    <dgm:cxn modelId="{5C57DA93-4A9E-4962-BCE3-E06702D4A58D}" type="presParOf" srcId="{4BEFC2B9-7D49-4CF9-B69A-6093F3E1777D}" destId="{7FA21C5B-7FD7-48A4-A0C3-947C6305F6FE}" srcOrd="7" destOrd="0" presId="urn:microsoft.com/office/officeart/2018/2/layout/IconLabelList"/>
    <dgm:cxn modelId="{F2A623B6-EF9E-44C1-AA6D-71CD93A9EB90}" type="presParOf" srcId="{4BEFC2B9-7D49-4CF9-B69A-6093F3E1777D}" destId="{3785BF1F-8E26-47E1-B28D-0B6C79043D19}" srcOrd="8" destOrd="0" presId="urn:microsoft.com/office/officeart/2018/2/layout/IconLabelList"/>
    <dgm:cxn modelId="{1BD5E92D-2E3A-421A-AFD9-8B5B3D03E8DA}" type="presParOf" srcId="{3785BF1F-8E26-47E1-B28D-0B6C79043D19}" destId="{01744298-55BB-4040-8059-3BA92EB1EFE8}" srcOrd="0" destOrd="0" presId="urn:microsoft.com/office/officeart/2018/2/layout/IconLabelList"/>
    <dgm:cxn modelId="{9863792B-DF47-42FF-B64A-FA1234CB8B62}" type="presParOf" srcId="{3785BF1F-8E26-47E1-B28D-0B6C79043D19}" destId="{07AC90E6-E1CB-4ADB-A8A1-220515C14704}" srcOrd="1" destOrd="0" presId="urn:microsoft.com/office/officeart/2018/2/layout/IconLabelList"/>
    <dgm:cxn modelId="{7ED4ED0D-5B83-4EDF-A7D0-5109AD1CD034}" type="presParOf" srcId="{3785BF1F-8E26-47E1-B28D-0B6C79043D19}" destId="{C0C31429-3A22-4ECA-84CF-E4AFC03C625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1B7D1-AB90-44E7-B182-E4302C36059A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78DE638-731F-40D3-9541-0BCD5AAD5613}">
      <dsp:nvSpPr>
        <dsp:cNvPr id="0" name=""/>
        <dsp:cNvSpPr/>
      </dsp:nvSpPr>
      <dsp:spPr>
        <a:xfrm>
          <a:off x="0" y="2663"/>
          <a:ext cx="1333366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Product Owner</a:t>
          </a:r>
          <a:endParaRPr lang="en-US" sz="1500" kern="1200"/>
        </a:p>
      </dsp:txBody>
      <dsp:txXfrm>
        <a:off x="0" y="2663"/>
        <a:ext cx="1333366" cy="1816197"/>
      </dsp:txXfrm>
    </dsp:sp>
    <dsp:sp modelId="{00EF36CD-1A85-4879-97D1-9578B04EB9D1}">
      <dsp:nvSpPr>
        <dsp:cNvPr id="0" name=""/>
        <dsp:cNvSpPr/>
      </dsp:nvSpPr>
      <dsp:spPr>
        <a:xfrm>
          <a:off x="1433369" y="44875"/>
          <a:ext cx="5233463" cy="844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Defines product vision</a:t>
          </a:r>
        </a:p>
      </dsp:txBody>
      <dsp:txXfrm>
        <a:off x="1433369" y="44875"/>
        <a:ext cx="5233463" cy="844248"/>
      </dsp:txXfrm>
    </dsp:sp>
    <dsp:sp modelId="{D6219E4D-3EA7-457B-B541-0F79677767FF}">
      <dsp:nvSpPr>
        <dsp:cNvPr id="0" name=""/>
        <dsp:cNvSpPr/>
      </dsp:nvSpPr>
      <dsp:spPr>
        <a:xfrm>
          <a:off x="1333366" y="889123"/>
          <a:ext cx="53334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01BD789-B071-48F2-B545-BA85F347C0D8}">
      <dsp:nvSpPr>
        <dsp:cNvPr id="0" name=""/>
        <dsp:cNvSpPr/>
      </dsp:nvSpPr>
      <dsp:spPr>
        <a:xfrm>
          <a:off x="1433369" y="931336"/>
          <a:ext cx="5233463" cy="844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Prioritizes backlog</a:t>
          </a:r>
        </a:p>
      </dsp:txBody>
      <dsp:txXfrm>
        <a:off x="1433369" y="931336"/>
        <a:ext cx="5233463" cy="844248"/>
      </dsp:txXfrm>
    </dsp:sp>
    <dsp:sp modelId="{5FC3725E-08F3-4A62-A27D-9AC2D960FC53}">
      <dsp:nvSpPr>
        <dsp:cNvPr id="0" name=""/>
        <dsp:cNvSpPr/>
      </dsp:nvSpPr>
      <dsp:spPr>
        <a:xfrm>
          <a:off x="1333366" y="1775584"/>
          <a:ext cx="53334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9107467-F312-4130-888D-0FA8EAAF9532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380C26-9240-4BB2-9299-A6572A10F0FD}">
      <dsp:nvSpPr>
        <dsp:cNvPr id="0" name=""/>
        <dsp:cNvSpPr/>
      </dsp:nvSpPr>
      <dsp:spPr>
        <a:xfrm>
          <a:off x="0" y="1818861"/>
          <a:ext cx="1333366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Scrum Master</a:t>
          </a:r>
          <a:endParaRPr lang="en-US" sz="1500" kern="1200"/>
        </a:p>
      </dsp:txBody>
      <dsp:txXfrm>
        <a:off x="0" y="1818861"/>
        <a:ext cx="1333366" cy="1816197"/>
      </dsp:txXfrm>
    </dsp:sp>
    <dsp:sp modelId="{35CAC7F4-2B22-4ACD-96C3-00DF7779C3CD}">
      <dsp:nvSpPr>
        <dsp:cNvPr id="0" name=""/>
        <dsp:cNvSpPr/>
      </dsp:nvSpPr>
      <dsp:spPr>
        <a:xfrm>
          <a:off x="1433369" y="1861073"/>
          <a:ext cx="5233463" cy="844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Facilitates Scrum process</a:t>
          </a:r>
        </a:p>
      </dsp:txBody>
      <dsp:txXfrm>
        <a:off x="1433369" y="1861073"/>
        <a:ext cx="5233463" cy="844248"/>
      </dsp:txXfrm>
    </dsp:sp>
    <dsp:sp modelId="{2117E126-761A-4CCC-8589-CCB447F29F27}">
      <dsp:nvSpPr>
        <dsp:cNvPr id="0" name=""/>
        <dsp:cNvSpPr/>
      </dsp:nvSpPr>
      <dsp:spPr>
        <a:xfrm>
          <a:off x="1333366" y="2705321"/>
          <a:ext cx="53334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BB2B655-2828-402B-A2CC-B1ED979BA3C6}">
      <dsp:nvSpPr>
        <dsp:cNvPr id="0" name=""/>
        <dsp:cNvSpPr/>
      </dsp:nvSpPr>
      <dsp:spPr>
        <a:xfrm>
          <a:off x="1433369" y="2747534"/>
          <a:ext cx="5233463" cy="844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Removes obstacles</a:t>
          </a:r>
        </a:p>
      </dsp:txBody>
      <dsp:txXfrm>
        <a:off x="1433369" y="2747534"/>
        <a:ext cx="5233463" cy="844248"/>
      </dsp:txXfrm>
    </dsp:sp>
    <dsp:sp modelId="{6CD2A248-1DDD-43D8-B61F-C2EF543352DC}">
      <dsp:nvSpPr>
        <dsp:cNvPr id="0" name=""/>
        <dsp:cNvSpPr/>
      </dsp:nvSpPr>
      <dsp:spPr>
        <a:xfrm>
          <a:off x="1333366" y="3591782"/>
          <a:ext cx="53334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A787B1F-2FBE-4828-9CDD-5E228226DDF3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CACF0B3-D5CA-4773-A2B7-E0D5E7B494FC}">
      <dsp:nvSpPr>
        <dsp:cNvPr id="0" name=""/>
        <dsp:cNvSpPr/>
      </dsp:nvSpPr>
      <dsp:spPr>
        <a:xfrm>
          <a:off x="0" y="3635058"/>
          <a:ext cx="1333366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Development Team</a:t>
          </a:r>
          <a:endParaRPr lang="en-US" sz="1500" kern="1200"/>
        </a:p>
      </dsp:txBody>
      <dsp:txXfrm>
        <a:off x="0" y="3635058"/>
        <a:ext cx="1333366" cy="1816197"/>
      </dsp:txXfrm>
    </dsp:sp>
    <dsp:sp modelId="{438271B8-5021-475C-9BD8-79CC140F4663}">
      <dsp:nvSpPr>
        <dsp:cNvPr id="0" name=""/>
        <dsp:cNvSpPr/>
      </dsp:nvSpPr>
      <dsp:spPr>
        <a:xfrm>
          <a:off x="1433369" y="3677271"/>
          <a:ext cx="5233463" cy="844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Designs, builds, and tests product</a:t>
          </a:r>
        </a:p>
      </dsp:txBody>
      <dsp:txXfrm>
        <a:off x="1433369" y="3677271"/>
        <a:ext cx="5233463" cy="844248"/>
      </dsp:txXfrm>
    </dsp:sp>
    <dsp:sp modelId="{17907FA9-E3B9-4DDF-B111-FD2A65881C32}">
      <dsp:nvSpPr>
        <dsp:cNvPr id="0" name=""/>
        <dsp:cNvSpPr/>
      </dsp:nvSpPr>
      <dsp:spPr>
        <a:xfrm>
          <a:off x="1333366" y="4521519"/>
          <a:ext cx="53334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3854F84-3981-4BD5-864A-CB6CA853922F}">
      <dsp:nvSpPr>
        <dsp:cNvPr id="0" name=""/>
        <dsp:cNvSpPr/>
      </dsp:nvSpPr>
      <dsp:spPr>
        <a:xfrm>
          <a:off x="1433369" y="4563732"/>
          <a:ext cx="5233463" cy="844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Collaborates to meet sprint goals</a:t>
          </a:r>
        </a:p>
      </dsp:txBody>
      <dsp:txXfrm>
        <a:off x="1433369" y="4563732"/>
        <a:ext cx="5233463" cy="844248"/>
      </dsp:txXfrm>
    </dsp:sp>
    <dsp:sp modelId="{153D5C84-D006-4746-A698-8250BA44E6D4}">
      <dsp:nvSpPr>
        <dsp:cNvPr id="0" name=""/>
        <dsp:cNvSpPr/>
      </dsp:nvSpPr>
      <dsp:spPr>
        <a:xfrm>
          <a:off x="1333366" y="5407980"/>
          <a:ext cx="53334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19C929-0E06-4D06-AA35-568732ED39F7}">
      <dsp:nvSpPr>
        <dsp:cNvPr id="0" name=""/>
        <dsp:cNvSpPr/>
      </dsp:nvSpPr>
      <dsp:spPr>
        <a:xfrm>
          <a:off x="0" y="137839"/>
          <a:ext cx="6666833" cy="7862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Product Vision &amp; Backlog Creation</a:t>
          </a:r>
        </a:p>
      </dsp:txBody>
      <dsp:txXfrm>
        <a:off x="38381" y="176220"/>
        <a:ext cx="6590071" cy="709478"/>
      </dsp:txXfrm>
    </dsp:sp>
    <dsp:sp modelId="{6C03D6EE-9398-42B5-A9DC-69BEA4C4A343}">
      <dsp:nvSpPr>
        <dsp:cNvPr id="0" name=""/>
        <dsp:cNvSpPr/>
      </dsp:nvSpPr>
      <dsp:spPr>
        <a:xfrm>
          <a:off x="0" y="1016239"/>
          <a:ext cx="6666833" cy="786240"/>
        </a:xfrm>
        <a:prstGeom prst="round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Sprint Planning</a:t>
          </a:r>
        </a:p>
      </dsp:txBody>
      <dsp:txXfrm>
        <a:off x="38381" y="1054620"/>
        <a:ext cx="6590071" cy="709478"/>
      </dsp:txXfrm>
    </dsp:sp>
    <dsp:sp modelId="{DB867AD0-BD7F-49EA-AAD7-EA15A7F79FEF}">
      <dsp:nvSpPr>
        <dsp:cNvPr id="0" name=""/>
        <dsp:cNvSpPr/>
      </dsp:nvSpPr>
      <dsp:spPr>
        <a:xfrm>
          <a:off x="0" y="1894639"/>
          <a:ext cx="6666833" cy="786240"/>
        </a:xfrm>
        <a:prstGeom prst="round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Sprint Development Cycle</a:t>
          </a:r>
        </a:p>
      </dsp:txBody>
      <dsp:txXfrm>
        <a:off x="38381" y="1933020"/>
        <a:ext cx="6590071" cy="709478"/>
      </dsp:txXfrm>
    </dsp:sp>
    <dsp:sp modelId="{1B3500B0-CE6B-456D-9438-2DC9A7E82064}">
      <dsp:nvSpPr>
        <dsp:cNvPr id="0" name=""/>
        <dsp:cNvSpPr/>
      </dsp:nvSpPr>
      <dsp:spPr>
        <a:xfrm>
          <a:off x="0" y="2773040"/>
          <a:ext cx="6666833" cy="786240"/>
        </a:xfrm>
        <a:prstGeom prst="round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Sprint Review</a:t>
          </a:r>
        </a:p>
      </dsp:txBody>
      <dsp:txXfrm>
        <a:off x="38381" y="2811421"/>
        <a:ext cx="6590071" cy="709478"/>
      </dsp:txXfrm>
    </dsp:sp>
    <dsp:sp modelId="{3C414344-7E86-4DB3-A9E9-2E8C659EF002}">
      <dsp:nvSpPr>
        <dsp:cNvPr id="0" name=""/>
        <dsp:cNvSpPr/>
      </dsp:nvSpPr>
      <dsp:spPr>
        <a:xfrm>
          <a:off x="0" y="3651440"/>
          <a:ext cx="6666833" cy="786240"/>
        </a:xfrm>
        <a:prstGeom prst="roundRect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Sprint Retrospective</a:t>
          </a:r>
        </a:p>
      </dsp:txBody>
      <dsp:txXfrm>
        <a:off x="38381" y="3689821"/>
        <a:ext cx="6590071" cy="709478"/>
      </dsp:txXfrm>
    </dsp:sp>
    <dsp:sp modelId="{55AEA5F2-D3E5-4174-A6A7-400657F5579B}">
      <dsp:nvSpPr>
        <dsp:cNvPr id="0" name=""/>
        <dsp:cNvSpPr/>
      </dsp:nvSpPr>
      <dsp:spPr>
        <a:xfrm>
          <a:off x="0" y="4529840"/>
          <a:ext cx="6666833" cy="7862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Release &amp; Continuous Improvement</a:t>
          </a:r>
        </a:p>
      </dsp:txBody>
      <dsp:txXfrm>
        <a:off x="38381" y="4568221"/>
        <a:ext cx="6590071" cy="709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BBAD4-6AC8-446D-AEB7-8B17793F5BD2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240B1D-F475-4B83-B803-5BC18738D699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19F25-EBB2-4416-8CD6-A619FF880CCE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i="0" kern="1200" baseline="0"/>
            <a:t>Changes require formal approval</a:t>
          </a:r>
          <a:endParaRPr lang="en-US" sz="1800" kern="1200"/>
        </a:p>
      </dsp:txBody>
      <dsp:txXfrm>
        <a:off x="100682" y="2684598"/>
        <a:ext cx="2370489" cy="720000"/>
      </dsp:txXfrm>
    </dsp:sp>
    <dsp:sp modelId="{9407019E-4966-48CD-92BE-65CD4DEF951A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10E1E5-3AC2-4E7F-BE06-54886739D1B7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CF8C93-AB1A-446E-8BE1-715106D348AD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i="0" kern="1200" baseline="0"/>
            <a:t>Customer feedback arrives late</a:t>
          </a:r>
          <a:endParaRPr lang="en-US" sz="1800" kern="1200"/>
        </a:p>
      </dsp:txBody>
      <dsp:txXfrm>
        <a:off x="2886007" y="2684598"/>
        <a:ext cx="2370489" cy="720000"/>
      </dsp:txXfrm>
    </dsp:sp>
    <dsp:sp modelId="{E4165468-5CC0-412F-9ED1-4AA69608AE43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924A78-8884-448A-8F75-E565E959AD74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B02D7D-5A44-4D80-BEDF-1713E6A13DC9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i="0" kern="1200" baseline="0"/>
            <a:t>Redesign costs increase</a:t>
          </a:r>
          <a:endParaRPr lang="en-US" sz="1800" kern="1200"/>
        </a:p>
      </dsp:txBody>
      <dsp:txXfrm>
        <a:off x="5671332" y="2684598"/>
        <a:ext cx="2370489" cy="720000"/>
      </dsp:txXfrm>
    </dsp:sp>
    <dsp:sp modelId="{4D15074E-860B-45E5-8C9B-AB682D728DC0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6CF70F-6CA1-4C06-A62E-951405C2E52B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68AD0-9893-4C20-AC11-56F898418EC4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i="0" kern="1200" baseline="0"/>
            <a:t>Usability issues discovered late</a:t>
          </a:r>
          <a:endParaRPr lang="en-US" sz="1800" kern="1200"/>
        </a:p>
      </dsp:txBody>
      <dsp:txXfrm>
        <a:off x="8456657" y="2684598"/>
        <a:ext cx="2370489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6FB85A-0B8A-448D-9D10-AEA4BB008ED8}">
      <dsp:nvSpPr>
        <dsp:cNvPr id="0" name=""/>
        <dsp:cNvSpPr/>
      </dsp:nvSpPr>
      <dsp:spPr>
        <a:xfrm>
          <a:off x="82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CF613-ABEC-4036-8AE8-0FECAE762CDC}">
      <dsp:nvSpPr>
        <dsp:cNvPr id="0" name=""/>
        <dsp:cNvSpPr/>
      </dsp:nvSpPr>
      <dsp:spPr>
        <a:xfrm>
          <a:off x="33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Improved collaboration</a:t>
          </a:r>
        </a:p>
      </dsp:txBody>
      <dsp:txXfrm>
        <a:off x="333914" y="2276522"/>
        <a:ext cx="1800000" cy="720000"/>
      </dsp:txXfrm>
    </dsp:sp>
    <dsp:sp modelId="{EE517121-18C0-4522-8C97-DF99D1F996FE}">
      <dsp:nvSpPr>
        <dsp:cNvPr id="0" name=""/>
        <dsp:cNvSpPr/>
      </dsp:nvSpPr>
      <dsp:spPr>
        <a:xfrm>
          <a:off x="2943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39B9DC-C4B6-425F-BC90-6652046B9767}">
      <dsp:nvSpPr>
        <dsp:cNvPr id="0" name=""/>
        <dsp:cNvSpPr/>
      </dsp:nvSpPr>
      <dsp:spPr>
        <a:xfrm>
          <a:off x="244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Faster response to change</a:t>
          </a:r>
        </a:p>
      </dsp:txBody>
      <dsp:txXfrm>
        <a:off x="2448914" y="2276522"/>
        <a:ext cx="1800000" cy="720000"/>
      </dsp:txXfrm>
    </dsp:sp>
    <dsp:sp modelId="{DDB76C5C-6F15-411D-8EC7-7EEAA7CC9ECC}">
      <dsp:nvSpPr>
        <dsp:cNvPr id="0" name=""/>
        <dsp:cNvSpPr/>
      </dsp:nvSpPr>
      <dsp:spPr>
        <a:xfrm>
          <a:off x="505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296D1-0A08-4182-8332-263A58B32B59}">
      <dsp:nvSpPr>
        <dsp:cNvPr id="0" name=""/>
        <dsp:cNvSpPr/>
      </dsp:nvSpPr>
      <dsp:spPr>
        <a:xfrm>
          <a:off x="456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Continuous stakeholder input</a:t>
          </a:r>
        </a:p>
      </dsp:txBody>
      <dsp:txXfrm>
        <a:off x="4563914" y="2276522"/>
        <a:ext cx="1800000" cy="720000"/>
      </dsp:txXfrm>
    </dsp:sp>
    <dsp:sp modelId="{C3EABA54-4BE7-4802-B9C6-BB0935CDBD67}">
      <dsp:nvSpPr>
        <dsp:cNvPr id="0" name=""/>
        <dsp:cNvSpPr/>
      </dsp:nvSpPr>
      <dsp:spPr>
        <a:xfrm>
          <a:off x="7173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A3BAD-9F22-4EB7-AF38-CEC701EF755C}">
      <dsp:nvSpPr>
        <dsp:cNvPr id="0" name=""/>
        <dsp:cNvSpPr/>
      </dsp:nvSpPr>
      <dsp:spPr>
        <a:xfrm>
          <a:off x="667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Higher product quality</a:t>
          </a:r>
        </a:p>
      </dsp:txBody>
      <dsp:txXfrm>
        <a:off x="6678914" y="2276522"/>
        <a:ext cx="1800000" cy="720000"/>
      </dsp:txXfrm>
    </dsp:sp>
    <dsp:sp modelId="{01744298-55BB-4040-8059-3BA92EB1EFE8}">
      <dsp:nvSpPr>
        <dsp:cNvPr id="0" name=""/>
        <dsp:cNvSpPr/>
      </dsp:nvSpPr>
      <dsp:spPr>
        <a:xfrm>
          <a:off x="928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31429-3A22-4ECA-84CF-E4AFC03C6257}">
      <dsp:nvSpPr>
        <dsp:cNvPr id="0" name=""/>
        <dsp:cNvSpPr/>
      </dsp:nvSpPr>
      <dsp:spPr>
        <a:xfrm>
          <a:off x="879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Increased transparency</a:t>
          </a:r>
        </a:p>
      </dsp:txBody>
      <dsp:txXfrm>
        <a:off x="8793914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EBE7-9344-F501-3389-C56D090E16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76270-C295-80E9-259C-54C4286F9F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7C2F-58AD-7F92-D494-C55C218BB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5FE83-AC5E-4188-AF98-D931F9C9E00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BF15-800F-E5C7-164E-8F8926A39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2FE5D-8CDA-AF8F-B4E9-99099D921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3F09-D51D-493F-9BDF-B778F7A86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23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AB8D1-2AAC-90BB-73BF-1229A0AC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76944-4738-20C7-0AE3-CFDA37E32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0611B-327C-3F4B-9D75-68C89F035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5FE83-AC5E-4188-AF98-D931F9C9E00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2A5EC-DA06-5370-A2BB-8704BFECC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28A12-81D3-18A8-28C3-DC3AB94ED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3F09-D51D-493F-9BDF-B778F7A86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2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C9C-5ADF-1146-1E65-2EA661281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40D19-8D83-5D00-EFAB-D39E099EE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FDE37-BE9C-7154-9571-8109698C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5FE83-AC5E-4188-AF98-D931F9C9E00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D4D68-4B44-058A-E549-1FC9CF162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CB1E9-D136-191A-174C-CD3C06BE6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3F09-D51D-493F-9BDF-B778F7A86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2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8F32-8CCE-6A5A-D252-BA81673B8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2D4E-E6D9-90ED-72FE-CA4C0A079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7752B-A6E3-CE50-B03F-E18A3BC06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79FB3-1F44-17F1-1DC1-B03D74955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5FE83-AC5E-4188-AF98-D931F9C9E00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9D69A-E3D5-541E-BFAC-1FAC5E520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61C98-22AE-374C-4844-D6B52C88A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3F09-D51D-493F-9BDF-B778F7A86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86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6E891-2532-3194-92E2-68951E6D9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D23C0-1332-480F-1F22-6085DC73B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86778-6819-4D6C-6963-6E4D8B2FB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6D5C49-9A7D-DF26-7B68-FC2238E76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2E8A1C-4745-953B-E637-55ABA3887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566B7-F219-80E6-DA53-EB01260E0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5FE83-AC5E-4188-AF98-D931F9C9E00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93E8B9-F1F8-0806-5707-FDEB0E19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ECDA3D-C69F-10DC-6829-28ABC1FCC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3F09-D51D-493F-9BDF-B778F7A86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826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E1B22-505D-0974-76F5-3D1990D68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F6396E-C6CB-DFD1-3815-D1B47F2AA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5FE83-AC5E-4188-AF98-D931F9C9E00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35990F-8356-9CA0-80A6-F391B1362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ABCC5-D764-227A-DAE2-FBA9B03D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3F09-D51D-493F-9BDF-B778F7A86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6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8B0C30-B74B-ADE1-5806-4E11E6334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5FE83-AC5E-4188-AF98-D931F9C9E00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FDC0E5-0AF8-C14C-48C4-2C65F0BB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E390B-70B6-8580-296F-BEDF49E57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3F09-D51D-493F-9BDF-B778F7A86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679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7B88A-7F12-EC87-1F53-023F53196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B07C2-7038-6601-116E-997CB11A1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29908-40F1-BA09-28A4-85F8683A6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A0452E-18BE-4955-AB4A-8D99870C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5FE83-AC5E-4188-AF98-D931F9C9E00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B1164-0A1A-C730-7B62-D915C7D8E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8801E-E13F-ECE0-5745-B856E0DC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3F09-D51D-493F-9BDF-B778F7A86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76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8A6DA-9A4E-3FA6-5691-8E593D2A6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152476-5C4F-C183-4D4C-3C92FF9CF0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42029-EA48-B64C-F272-17B61C302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A09A1-39EE-D1A1-35A3-68B3CD8FF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5FE83-AC5E-4188-AF98-D931F9C9E00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85EF6-80FD-FEB7-D9D1-DB4E5C96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6AA90-68CB-B619-68BD-790C14AC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3F09-D51D-493F-9BDF-B778F7A86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4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D7324-DC03-3637-36CC-0BB21556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5C268-E850-91E7-817F-4D1975D3F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A4EA6-CB8A-F446-4E54-7AFDF734C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5FE83-AC5E-4188-AF98-D931F9C9E00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5B50E-D3A9-587C-DC0A-A7401C573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C76F3-3443-EA30-29A3-9B9C05A61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3F09-D51D-493F-9BDF-B778F7A86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81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E9E973-7C08-8A97-56CE-D3F42DCC00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F669F7-DD68-030E-D7AA-E5BF0E87C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4F22B-7FEA-4BEC-7F54-746DA422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5FE83-AC5E-4188-AF98-D931F9C9E00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551D4-DD79-F864-1414-F43F1CD60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2471B-45A0-8397-4109-3964CA6F9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3F09-D51D-493F-9BDF-B778F7A86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343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BD6DB-110C-CEE2-BAFF-7B3B87B2A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AA72D-B854-4C23-A953-B8C6B4F1E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AA9D8-9BBD-CA00-D229-EFB938FDA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95FE83-AC5E-4188-AF98-D931F9C9E00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710C6-831C-0606-EF91-3D2CAF5BC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3DEF6-FF86-8860-19C8-A82ADEC39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4E3F09-D51D-493F-9BDF-B778F7A86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47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19F825-F9FE-850A-7C56-67DDA01C7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6852" y="637762"/>
            <a:ext cx="2190782" cy="55767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Scrum-Agile Pilot Project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E85A9-F9D3-DC20-43DF-2F62FFF00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732" y="850052"/>
            <a:ext cx="6390623" cy="532691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Lucas Coppock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CS-250: Software Development Lifecyle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Professor Iles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2026-02-22</a:t>
            </a:r>
          </a:p>
        </p:txBody>
      </p:sp>
    </p:spTree>
    <p:extLst>
      <p:ext uri="{BB962C8B-B14F-4D97-AF65-F5344CB8AC3E}">
        <p14:creationId xmlns:p14="http://schemas.microsoft.com/office/powerpoint/2010/main" val="352957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AE5241-CA72-BA4A-557D-77154FE43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Scrum Team Roles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52C289-CC11-F4C2-28BA-570AD772DA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457112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7231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F5708E-E1B4-3C18-ABEA-1E5623003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Agile SDLC Phases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B88095-AF09-29DB-8128-13A4EFAA9A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896701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65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7035A1-4ABB-99C0-A070-8748EEA70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Waterfall vs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4D9CE-E3FF-BCB6-765A-D84321162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Waterfall</a:t>
            </a:r>
          </a:p>
          <a:p>
            <a:r>
              <a:rPr lang="en-US" sz="2000" dirty="0"/>
              <a:t>Linear process</a:t>
            </a:r>
          </a:p>
          <a:p>
            <a:r>
              <a:rPr lang="en-US" sz="2000" dirty="0"/>
              <a:t>Detailed upfront planning</a:t>
            </a:r>
          </a:p>
          <a:p>
            <a:r>
              <a:rPr lang="en-US" sz="2000" dirty="0">
                <a:solidFill>
                  <a:srgbClr val="C00000"/>
                </a:solidFill>
              </a:rPr>
              <a:t>Hard to change requirements</a:t>
            </a:r>
          </a:p>
          <a:p>
            <a:r>
              <a:rPr lang="en-US" sz="2000" dirty="0">
                <a:solidFill>
                  <a:srgbClr val="C00000"/>
                </a:solidFill>
              </a:rPr>
              <a:t>Late feedback</a:t>
            </a:r>
          </a:p>
          <a:p>
            <a:pPr marL="0" indent="0">
              <a:buNone/>
            </a:pPr>
            <a:r>
              <a:rPr lang="en-US" sz="2000" b="1" dirty="0"/>
              <a:t>Agile (Scrum)</a:t>
            </a:r>
          </a:p>
          <a:p>
            <a:r>
              <a:rPr lang="en-US" sz="2000" dirty="0"/>
              <a:t>Iterative &amp; flexible</a:t>
            </a:r>
          </a:p>
          <a:p>
            <a:r>
              <a:rPr lang="en-US" sz="2000" dirty="0"/>
              <a:t>Continuous feedback</a:t>
            </a:r>
          </a:p>
          <a:p>
            <a:r>
              <a:rPr lang="en-US" sz="2000" dirty="0"/>
              <a:t>Faster value delivery</a:t>
            </a:r>
          </a:p>
          <a:p>
            <a:r>
              <a:rPr lang="en-US" sz="2000" dirty="0"/>
              <a:t>Adapts to change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53661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0872D5-B25B-59D1-1F19-4A9C8ADE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How Does Waterfall Differ?</a:t>
            </a:r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435E8078-52D8-070F-021D-50A5720331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084152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3496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9E03F-CBC4-ADD3-FFE6-01B4BB4E8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Choosing Agile or Waterfall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93441-0DBD-AB4E-9E58-03161E5A0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Use Waterfall When:</a:t>
            </a:r>
            <a:endParaRPr lang="en-US" sz="2000" dirty="0"/>
          </a:p>
          <a:p>
            <a:r>
              <a:rPr lang="en-US" sz="2000" dirty="0"/>
              <a:t>Requirements are fixed</a:t>
            </a:r>
          </a:p>
          <a:p>
            <a:r>
              <a:rPr lang="en-US" sz="2000" dirty="0"/>
              <a:t>Compliance documentation is required</a:t>
            </a:r>
          </a:p>
          <a:p>
            <a:r>
              <a:rPr lang="en-US" sz="2000" dirty="0"/>
              <a:t>Scope is predictable</a:t>
            </a:r>
          </a:p>
          <a:p>
            <a:r>
              <a:rPr lang="en-US" sz="2000" b="1" dirty="0"/>
              <a:t>Use Agile When:</a:t>
            </a:r>
            <a:endParaRPr lang="en-US" sz="2000" dirty="0"/>
          </a:p>
          <a:p>
            <a:r>
              <a:rPr lang="en-US" sz="2000" dirty="0"/>
              <a:t>Requirements evolve</a:t>
            </a:r>
          </a:p>
          <a:p>
            <a:r>
              <a:rPr lang="en-US" sz="2000" dirty="0"/>
              <a:t>Customer feedback is critical</a:t>
            </a:r>
          </a:p>
          <a:p>
            <a:r>
              <a:rPr lang="en-US" sz="2000" dirty="0"/>
              <a:t>Flexibility and speed are priorities</a:t>
            </a:r>
          </a:p>
        </p:txBody>
      </p:sp>
    </p:spTree>
    <p:extLst>
      <p:ext uri="{BB962C8B-B14F-4D97-AF65-F5344CB8AC3E}">
        <p14:creationId xmlns:p14="http://schemas.microsoft.com/office/powerpoint/2010/main" val="2838746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A285E6-D76C-9585-BF3E-E4FD560F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Scrum Benefits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3A57BE1-CCC8-CA09-1FBB-7D811ED595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635368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4287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77A42A-D9BD-7E0D-F742-EBEA0815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FC424-9754-4DC3-91B7-EEAFBA974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Schwaber, K., &amp; Sutherland, J. (2020). </a:t>
            </a:r>
            <a:r>
              <a:rPr lang="en-US" sz="2000" i="1" dirty="0"/>
              <a:t>The Scrum Guide</a:t>
            </a:r>
            <a:r>
              <a:rPr lang="en-US" sz="2000" dirty="0"/>
              <a:t>. Scrum.org.</a:t>
            </a:r>
          </a:p>
          <a:p>
            <a:r>
              <a:rPr lang="en-US" sz="2000" dirty="0"/>
              <a:t>Project Management Institute. (2021). </a:t>
            </a:r>
            <a:r>
              <a:rPr lang="en-US" sz="2000" i="1" dirty="0"/>
              <a:t>Agile Practice Guide</a:t>
            </a:r>
            <a:r>
              <a:rPr lang="en-US" sz="2000" dirty="0"/>
              <a:t>. PMI.</a:t>
            </a:r>
          </a:p>
          <a:p>
            <a:r>
              <a:rPr lang="en-US" sz="2000" dirty="0"/>
              <a:t>Rigby, D. K., Sutherland, J., &amp; Takeuchi, H. (2020). Embracing Agile. </a:t>
            </a:r>
            <a:r>
              <a:rPr lang="en-US" sz="2000" i="1" dirty="0"/>
              <a:t>Harvard Business Review</a:t>
            </a:r>
            <a:r>
              <a:rPr lang="en-US" sz="2000" dirty="0"/>
              <a:t>.</a:t>
            </a:r>
          </a:p>
          <a:p>
            <a:r>
              <a:rPr lang="en-US" sz="2000" dirty="0"/>
              <a:t>VersionOne. (2023). </a:t>
            </a:r>
            <a:r>
              <a:rPr lang="en-US" sz="2000" i="1" dirty="0"/>
              <a:t>17th Annual State of Agile Report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306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235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Scrum-Agile Pilot Project</vt:lpstr>
      <vt:lpstr>Scrum Team Roles</vt:lpstr>
      <vt:lpstr>Agile SDLC Phases</vt:lpstr>
      <vt:lpstr>Waterfall vs Agile</vt:lpstr>
      <vt:lpstr>How Does Waterfall Differ?</vt:lpstr>
      <vt:lpstr>Choosing Agile or Waterfall</vt:lpstr>
      <vt:lpstr>Scrum Benefits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c</dc:creator>
  <cp:lastModifiedBy>lucas c</cp:lastModifiedBy>
  <cp:revision>1</cp:revision>
  <dcterms:created xsi:type="dcterms:W3CDTF">2026-02-23T01:59:17Z</dcterms:created>
  <dcterms:modified xsi:type="dcterms:W3CDTF">2026-02-23T02:06:51Z</dcterms:modified>
</cp:coreProperties>
</file>